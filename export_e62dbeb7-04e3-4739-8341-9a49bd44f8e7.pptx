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4946" y="2997994"/>
            <a:ext cx="1600200" cy="1600200"/>
          </a:xfrm>
          <a:custGeom>
            <a:avLst/>
            <a:gdLst/>
            <a:ahLst/>
            <a:cxnLst/>
            <a:rect l="0" t="0" r="0" b="0"/>
            <a:pathLst>
              <a:path w="1600200" h="1600200">
                <a:moveTo>
                  <a:pt x="0" y="800100"/>
                </a:moveTo>
                <a:cubicBezTo>
                  <a:pt x="0" y="1241983"/>
                  <a:pt x="358216" y="1600200"/>
                  <a:pt x="800100" y="1600200"/>
                </a:cubicBezTo>
                <a:cubicBezTo>
                  <a:pt x="1241983" y="1600200"/>
                  <a:pt x="1600200" y="1241983"/>
                  <a:pt x="1600200" y="800100"/>
                </a:cubicBezTo>
                <a:cubicBezTo>
                  <a:pt x="1600200" y="358216"/>
                  <a:pt x="1241983" y="0"/>
                  <a:pt x="800100" y="0"/>
                </a:cubicBezTo>
                <a:cubicBezTo>
                  <a:pt x="358216" y="0"/>
                  <a:pt x="0" y="358216"/>
                  <a:pt x="0" y="800100"/>
                </a:cubicBez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4946" y="2997994"/>
            <a:ext cx="1600200" cy="1600200"/>
          </a:xfrm>
          <a:custGeom>
            <a:avLst/>
            <a:gdLst/>
            <a:ahLst/>
            <a:cxnLst/>
            <a:rect l="0" t="0" r="0" b="0"/>
            <a:pathLst>
              <a:path w="1600200" h="1600200">
                <a:moveTo>
                  <a:pt x="0" y="800099"/>
                </a:moveTo>
                <a:cubicBezTo>
                  <a:pt x="0" y="1241983"/>
                  <a:pt x="358216" y="1600200"/>
                  <a:pt x="800100" y="1600200"/>
                </a:cubicBezTo>
                <a:cubicBezTo>
                  <a:pt x="1241983" y="1600200"/>
                  <a:pt x="1600200" y="1241983"/>
                  <a:pt x="1600200" y="800100"/>
                </a:cubicBezTo>
                <a:cubicBezTo>
                  <a:pt x="1600200" y="358216"/>
                  <a:pt x="1241983" y="0"/>
                  <a:pt x="800100" y="0"/>
                </a:cubicBezTo>
                <a:cubicBezTo>
                  <a:pt x="358216" y="0"/>
                  <a:pt x="0" y="358216"/>
                  <a:pt x="0" y="80010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68262" y="3074194"/>
            <a:ext cx="1646824" cy="1447800"/>
          </a:xfrm>
          <a:custGeom>
            <a:avLst/>
            <a:gdLst/>
            <a:ahLst/>
            <a:cxnLst/>
            <a:rect l="0" t="0" r="0" b="0"/>
            <a:pathLst>
              <a:path w="1646824" h="1447800">
                <a:moveTo>
                  <a:pt x="0" y="1436998"/>
                </a:moveTo>
                <a:cubicBezTo>
                  <a:pt x="259318" y="1304648"/>
                  <a:pt x="436883" y="1035015"/>
                  <a:pt x="436883" y="723900"/>
                </a:cubicBezTo>
                <a:cubicBezTo>
                  <a:pt x="436883" y="412784"/>
                  <a:pt x="259318" y="143151"/>
                  <a:pt x="0" y="10801"/>
                </a:cubicBezTo>
                <a:cubicBezTo>
                  <a:pt x="65312" y="3667"/>
                  <a:pt x="131673" y="0"/>
                  <a:pt x="198891" y="0"/>
                </a:cubicBezTo>
                <a:cubicBezTo>
                  <a:pt x="273453" y="0"/>
                  <a:pt x="346957" y="4505"/>
                  <a:pt x="419147" y="13268"/>
                </a:cubicBezTo>
                <a:cubicBezTo>
                  <a:pt x="920267" y="74075"/>
                  <a:pt x="1358226" y="339699"/>
                  <a:pt x="1646824" y="723909"/>
                </a:cubicBezTo>
                <a:cubicBezTo>
                  <a:pt x="1358226" y="1108128"/>
                  <a:pt x="920267" y="1373743"/>
                  <a:pt x="419147" y="1434541"/>
                </a:cubicBezTo>
                <a:cubicBezTo>
                  <a:pt x="346957" y="1443304"/>
                  <a:pt x="273443" y="1447800"/>
                  <a:pt x="198891" y="1447800"/>
                </a:cubicBezTo>
                <a:cubicBezTo>
                  <a:pt x="131673" y="1447800"/>
                  <a:pt x="65312" y="1444132"/>
                  <a:pt x="0" y="1436998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68262" y="3074194"/>
            <a:ext cx="1646822" cy="1447800"/>
          </a:xfrm>
          <a:custGeom>
            <a:avLst/>
            <a:gdLst/>
            <a:ahLst/>
            <a:cxnLst/>
            <a:rect l="0" t="0" r="0" b="0"/>
            <a:pathLst>
              <a:path w="1646822" h="1447800">
                <a:moveTo>
                  <a:pt x="0" y="1436995"/>
                </a:moveTo>
                <a:cubicBezTo>
                  <a:pt x="259316" y="1304648"/>
                  <a:pt x="436882" y="1035011"/>
                  <a:pt x="436882" y="723900"/>
                </a:cubicBezTo>
                <a:cubicBezTo>
                  <a:pt x="436882" y="412788"/>
                  <a:pt x="259316" y="143151"/>
                  <a:pt x="0" y="10804"/>
                </a:cubicBezTo>
                <a:cubicBezTo>
                  <a:pt x="65314" y="3664"/>
                  <a:pt x="131674" y="0"/>
                  <a:pt x="198890" y="0"/>
                </a:cubicBezTo>
                <a:cubicBezTo>
                  <a:pt x="273449" y="0"/>
                  <a:pt x="346954" y="4509"/>
                  <a:pt x="419149" y="13268"/>
                </a:cubicBezTo>
                <a:cubicBezTo>
                  <a:pt x="920266" y="74071"/>
                  <a:pt x="1358226" y="339697"/>
                  <a:pt x="1646822" y="723913"/>
                </a:cubicBezTo>
                <a:cubicBezTo>
                  <a:pt x="1358226" y="1108128"/>
                  <a:pt x="920266" y="1373742"/>
                  <a:pt x="419149" y="1434545"/>
                </a:cubicBezTo>
                <a:cubicBezTo>
                  <a:pt x="346956" y="1443304"/>
                  <a:pt x="273447" y="1447800"/>
                  <a:pt x="198890" y="1447800"/>
                </a:cubicBezTo>
                <a:cubicBezTo>
                  <a:pt x="131674" y="1447800"/>
                  <a:pt x="65314" y="1444135"/>
                  <a:pt x="0" y="1436995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95271" y="3074194"/>
            <a:ext cx="1646624" cy="1447800"/>
          </a:xfrm>
          <a:custGeom>
            <a:avLst/>
            <a:gdLst/>
            <a:ahLst/>
            <a:cxnLst/>
            <a:rect l="0" t="0" r="0" b="0"/>
            <a:pathLst>
              <a:path w="1646624" h="1447800">
                <a:moveTo>
                  <a:pt x="1646624" y="1437027"/>
                </a:moveTo>
                <a:cubicBezTo>
                  <a:pt x="1581378" y="1444151"/>
                  <a:pt x="1515075" y="1447800"/>
                  <a:pt x="1447933" y="1447800"/>
                </a:cubicBezTo>
                <a:cubicBezTo>
                  <a:pt x="855849" y="1447800"/>
                  <a:pt x="330174" y="1163469"/>
                  <a:pt x="0" y="723900"/>
                </a:cubicBezTo>
                <a:cubicBezTo>
                  <a:pt x="330174" y="284330"/>
                  <a:pt x="855849" y="0"/>
                  <a:pt x="1447933" y="0"/>
                </a:cubicBezTo>
                <a:cubicBezTo>
                  <a:pt x="1515075" y="0"/>
                  <a:pt x="1581359" y="3657"/>
                  <a:pt x="1646605" y="10782"/>
                </a:cubicBezTo>
                <a:cubicBezTo>
                  <a:pt x="1387259" y="143122"/>
                  <a:pt x="1209675" y="412765"/>
                  <a:pt x="1209675" y="723900"/>
                </a:cubicBezTo>
                <a:cubicBezTo>
                  <a:pt x="1209675" y="1035034"/>
                  <a:pt x="1387268" y="1304696"/>
                  <a:pt x="1646624" y="1437027"/>
                </a:cubicBez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95271" y="3074194"/>
            <a:ext cx="1646624" cy="1447800"/>
          </a:xfrm>
          <a:custGeom>
            <a:avLst/>
            <a:gdLst/>
            <a:ahLst/>
            <a:cxnLst/>
            <a:rect l="0" t="0" r="0" b="0"/>
            <a:pathLst>
              <a:path w="1646624" h="1447800">
                <a:moveTo>
                  <a:pt x="1646624" y="1437030"/>
                </a:moveTo>
                <a:cubicBezTo>
                  <a:pt x="1581374" y="1444153"/>
                  <a:pt x="1515078" y="1447800"/>
                  <a:pt x="1447932" y="1447800"/>
                </a:cubicBezTo>
                <a:cubicBezTo>
                  <a:pt x="855847" y="1447800"/>
                  <a:pt x="330172" y="1163469"/>
                  <a:pt x="0" y="723900"/>
                </a:cubicBezTo>
                <a:cubicBezTo>
                  <a:pt x="330172" y="284330"/>
                  <a:pt x="855847" y="0"/>
                  <a:pt x="1447932" y="0"/>
                </a:cubicBezTo>
                <a:cubicBezTo>
                  <a:pt x="1515073" y="0"/>
                  <a:pt x="1581359" y="3656"/>
                  <a:pt x="1646603" y="10780"/>
                </a:cubicBezTo>
                <a:cubicBezTo>
                  <a:pt x="1387262" y="143118"/>
                  <a:pt x="1209675" y="412770"/>
                  <a:pt x="1209675" y="723900"/>
                </a:cubicBezTo>
                <a:cubicBezTo>
                  <a:pt x="1209675" y="1035037"/>
                  <a:pt x="1387272" y="1304695"/>
                  <a:pt x="1646624" y="143703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8101" y="2259806"/>
            <a:ext cx="5973860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The Power of Unified Digital Customer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6632" y="3136106"/>
            <a:ext cx="1003401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E88E7"/>
                </a:solidFill>
                <a:latin typeface="Roboto"/>
              </a:rPr>
              <a:t>Digital
Notification
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0096" y="3364706"/>
            <a:ext cx="1337271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E8431"/>
                </a:solidFill>
                <a:latin typeface="Roboto"/>
              </a:rPr>
              <a:t>AI-Powered
Personalization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3925" y="3369469"/>
            <a:ext cx="1162145" cy="914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Unified
Personalized
Customer
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348" y="3960019"/>
            <a:ext cx="993676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Centralized
communication
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0096" y="3988594"/>
            <a:ext cx="1204121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Intelligent, tailored
messaging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33433" y="3559969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247650" y="123825"/>
                </a:moveTo>
                <a:cubicBezTo>
                  <a:pt x="247650" y="160648"/>
                  <a:pt x="277501" y="190500"/>
                  <a:pt x="314325" y="190500"/>
                </a:cubicBezTo>
                <a:cubicBezTo>
                  <a:pt x="351148" y="190500"/>
                  <a:pt x="381000" y="160648"/>
                  <a:pt x="381000" y="123825"/>
                </a:cubicBezTo>
                <a:cubicBezTo>
                  <a:pt x="381000" y="87001"/>
                  <a:pt x="351148" y="57150"/>
                  <a:pt x="314325" y="57150"/>
                </a:cubicBezTo>
                <a:cubicBezTo>
                  <a:pt x="277501" y="57150"/>
                  <a:pt x="247650" y="87001"/>
                  <a:pt x="247650" y="123825"/>
                </a:cubicBezTo>
                <a:moveTo>
                  <a:pt x="57150" y="381000"/>
                </a:moveTo>
                <a:lnTo>
                  <a:pt x="99059" y="322268"/>
                </a:lnTo>
                <a:cubicBezTo>
                  <a:pt x="100548" y="320184"/>
                  <a:pt x="102813" y="318788"/>
                  <a:pt x="105344" y="318394"/>
                </a:cubicBezTo>
                <a:cubicBezTo>
                  <a:pt x="107874" y="317999"/>
                  <a:pt x="110457" y="318641"/>
                  <a:pt x="112509" y="320173"/>
                </a:cubicBezTo>
                <a:lnTo>
                  <a:pt x="135255" y="337185"/>
                </a:lnTo>
                <a:cubicBezTo>
                  <a:pt x="139463" y="340341"/>
                  <a:pt x="145433" y="339488"/>
                  <a:pt x="148590" y="335280"/>
                </a:cubicBezTo>
                <a:lnTo>
                  <a:pt x="200025" y="266700"/>
                </a:lnTo>
                <a:moveTo>
                  <a:pt x="380504" y="115728"/>
                </a:moveTo>
                <a:lnTo>
                  <a:pt x="314325" y="123825"/>
                </a:lnTo>
                <a:lnTo>
                  <a:pt x="328631" y="58693"/>
                </a:lnTo>
                <a:moveTo>
                  <a:pt x="276225" y="247650"/>
                </a:moveTo>
                <a:cubicBezTo>
                  <a:pt x="266700" y="247650"/>
                  <a:pt x="266700" y="257175"/>
                  <a:pt x="266700" y="257175"/>
                </a:cubicBezTo>
                <a:lnTo>
                  <a:pt x="266700" y="371475"/>
                </a:lnTo>
                <a:cubicBezTo>
                  <a:pt x="266700" y="381000"/>
                  <a:pt x="276225" y="381000"/>
                  <a:pt x="276225" y="381000"/>
                </a:cubicBezTo>
                <a:lnTo>
                  <a:pt x="371475" y="381000"/>
                </a:lnTo>
                <a:cubicBezTo>
                  <a:pt x="381000" y="381000"/>
                  <a:pt x="381000" y="371475"/>
                  <a:pt x="381000" y="371475"/>
                </a:cubicBezTo>
                <a:lnTo>
                  <a:pt x="381000" y="257175"/>
                </a:lnTo>
                <a:cubicBezTo>
                  <a:pt x="381000" y="247650"/>
                  <a:pt x="371475" y="247650"/>
                  <a:pt x="371475" y="247650"/>
                </a:cubicBezTo>
                <a:lnTo>
                  <a:pt x="276225" y="247650"/>
                </a:lnTo>
                <a:moveTo>
                  <a:pt x="304800" y="304800"/>
                </a:moveTo>
                <a:lnTo>
                  <a:pt x="342900" y="304800"/>
                </a:lnTo>
                <a:moveTo>
                  <a:pt x="304800" y="342900"/>
                </a:moveTo>
                <a:lnTo>
                  <a:pt x="323850" y="342900"/>
                </a:lnTo>
                <a:moveTo>
                  <a:pt x="66675" y="57150"/>
                </a:moveTo>
                <a:cubicBezTo>
                  <a:pt x="57150" y="57150"/>
                  <a:pt x="57150" y="66675"/>
                  <a:pt x="57150" y="66675"/>
                </a:cubicBezTo>
                <a:lnTo>
                  <a:pt x="57150" y="180975"/>
                </a:lnTo>
                <a:cubicBezTo>
                  <a:pt x="57150" y="190500"/>
                  <a:pt x="66675" y="190500"/>
                  <a:pt x="66675" y="190500"/>
                </a:cubicBezTo>
                <a:lnTo>
                  <a:pt x="161925" y="190500"/>
                </a:lnTo>
                <a:cubicBezTo>
                  <a:pt x="171450" y="190500"/>
                  <a:pt x="171450" y="180975"/>
                  <a:pt x="171450" y="180975"/>
                </a:cubicBezTo>
                <a:lnTo>
                  <a:pt x="171450" y="66675"/>
                </a:lnTo>
                <a:cubicBezTo>
                  <a:pt x="171450" y="57150"/>
                  <a:pt x="161925" y="57150"/>
                  <a:pt x="161925" y="57150"/>
                </a:cubicBezTo>
                <a:lnTo>
                  <a:pt x="66675" y="57150"/>
                </a:lnTo>
                <a:moveTo>
                  <a:pt x="95250" y="95250"/>
                </a:moveTo>
                <a:lnTo>
                  <a:pt x="133350" y="95250"/>
                </a:lnTo>
                <a:moveTo>
                  <a:pt x="95250" y="133350"/>
                </a:moveTo>
                <a:lnTo>
                  <a:pt x="114300" y="133350"/>
                </a:lnTo>
                <a:moveTo>
                  <a:pt x="19050" y="0"/>
                </a:moveTo>
                <a:lnTo>
                  <a:pt x="419100" y="0"/>
                </a:lnTo>
                <a:cubicBezTo>
                  <a:pt x="419100" y="0"/>
                  <a:pt x="438150" y="0"/>
                  <a:pt x="438150" y="19050"/>
                </a:cubicBezTo>
                <a:lnTo>
                  <a:pt x="438150" y="419100"/>
                </a:lnTo>
                <a:cubicBezTo>
                  <a:pt x="438150" y="419100"/>
                  <a:pt x="438150" y="438150"/>
                  <a:pt x="419100" y="438150"/>
                </a:cubicBezTo>
                <a:lnTo>
                  <a:pt x="19050" y="438150"/>
                </a:lnTo>
                <a:cubicBezTo>
                  <a:pt x="19050" y="438150"/>
                  <a:pt x="0" y="438150"/>
                  <a:pt x="0" y="419100"/>
                </a:cubicBezTo>
                <a:lnTo>
                  <a:pt x="0" y="19050"/>
                </a:lnTo>
                <a:cubicBezTo>
                  <a:pt x="0" y="19050"/>
                  <a:pt x="0" y="0"/>
                  <a:pt x="1905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19446" y="3526631"/>
            <a:ext cx="425468" cy="442912"/>
          </a:xfrm>
          <a:custGeom>
            <a:avLst/>
            <a:gdLst/>
            <a:ahLst/>
            <a:cxnLst/>
            <a:rect l="0" t="0" r="0" b="0"/>
            <a:pathLst>
              <a:path w="425468" h="442912">
                <a:moveTo>
                  <a:pt x="0" y="0"/>
                </a:moveTo>
                <a:moveTo>
                  <a:pt x="208757" y="285944"/>
                </a:moveTo>
                <a:lnTo>
                  <a:pt x="285108" y="203362"/>
                </a:lnTo>
                <a:cubicBezTo>
                  <a:pt x="300688" y="189338"/>
                  <a:pt x="303805" y="167524"/>
                  <a:pt x="294455" y="148826"/>
                </a:cubicBezTo>
                <a:cubicBezTo>
                  <a:pt x="280433" y="119221"/>
                  <a:pt x="243037" y="112989"/>
                  <a:pt x="219665" y="136361"/>
                </a:cubicBezTo>
                <a:lnTo>
                  <a:pt x="207199" y="148826"/>
                </a:lnTo>
                <a:lnTo>
                  <a:pt x="194734" y="136361"/>
                </a:lnTo>
                <a:cubicBezTo>
                  <a:pt x="172920" y="114547"/>
                  <a:pt x="133966" y="120780"/>
                  <a:pt x="119943" y="148826"/>
                </a:cubicBezTo>
                <a:cubicBezTo>
                  <a:pt x="112152" y="167524"/>
                  <a:pt x="115268" y="189338"/>
                  <a:pt x="129292" y="203362"/>
                </a:cubicBezTo>
                <a:close/>
                <a:moveTo>
                  <a:pt x="89065" y="442912"/>
                </a:moveTo>
                <a:lnTo>
                  <a:pt x="89065" y="323564"/>
                </a:lnTo>
                <a:cubicBezTo>
                  <a:pt x="62742" y="299178"/>
                  <a:pt x="44385" y="267421"/>
                  <a:pt x="36390" y="232442"/>
                </a:cubicBezTo>
                <a:cubicBezTo>
                  <a:pt x="28394" y="197462"/>
                  <a:pt x="31133" y="160883"/>
                  <a:pt x="44248" y="127484"/>
                </a:cubicBezTo>
                <a:cubicBezTo>
                  <a:pt x="57363" y="94084"/>
                  <a:pt x="80245" y="65415"/>
                  <a:pt x="109905" y="45221"/>
                </a:cubicBezTo>
                <a:cubicBezTo>
                  <a:pt x="139566" y="25027"/>
                  <a:pt x="174626" y="14247"/>
                  <a:pt x="210510" y="14287"/>
                </a:cubicBezTo>
                <a:cubicBezTo>
                  <a:pt x="346508" y="14287"/>
                  <a:pt x="375864" y="126263"/>
                  <a:pt x="424346" y="252031"/>
                </a:cubicBezTo>
                <a:cubicBezTo>
                  <a:pt x="425176" y="254197"/>
                  <a:pt x="425468" y="256531"/>
                  <a:pt x="425195" y="258834"/>
                </a:cubicBezTo>
                <a:cubicBezTo>
                  <a:pt x="424923" y="261137"/>
                  <a:pt x="424096" y="263339"/>
                  <a:pt x="422784" y="265252"/>
                </a:cubicBezTo>
                <a:cubicBezTo>
                  <a:pt x="421471" y="267162"/>
                  <a:pt x="419715" y="268726"/>
                  <a:pt x="417663" y="269808"/>
                </a:cubicBezTo>
                <a:cubicBezTo>
                  <a:pt x="415611" y="270891"/>
                  <a:pt x="413329" y="271458"/>
                  <a:pt x="411011" y="271462"/>
                </a:cubicBezTo>
                <a:lnTo>
                  <a:pt x="374816" y="271462"/>
                </a:lnTo>
                <a:lnTo>
                  <a:pt x="374816" y="328612"/>
                </a:lnTo>
                <a:cubicBezTo>
                  <a:pt x="374816" y="343770"/>
                  <a:pt x="368794" y="358305"/>
                  <a:pt x="358077" y="369023"/>
                </a:cubicBezTo>
                <a:cubicBezTo>
                  <a:pt x="347359" y="379740"/>
                  <a:pt x="332822" y="385762"/>
                  <a:pt x="317666" y="385762"/>
                </a:cubicBezTo>
                <a:lnTo>
                  <a:pt x="289091" y="385762"/>
                </a:lnTo>
                <a:lnTo>
                  <a:pt x="289091" y="442912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