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F74A9-7B9C-95BC-A296-2DA0DDA22A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FFF467-5C6E-4A7A-527D-0E363A9AFA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CB6DA-F4EE-A802-3A4D-9683E0F8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FD82B-D0BA-83D3-D5EA-BCD4AB7DB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1FF07-2BF7-7F4D-F8A0-BE4E028A4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0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A7343-B099-88A3-7A47-FFEA146B1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05F1-32D6-2683-2CE2-F9ECDD6AD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99AFF-7043-55F1-FBC6-ECF7A5526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4730C-B6F0-4A47-D3F2-F1E5A2B62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5CBB3-A4B1-8DBF-A80F-DCBFD1864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48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2787C-C4B0-29AD-CF23-475FA4588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1DB5C-ABA7-5629-838C-295F8E710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97F84-9173-2CCF-0E94-A7F6CA739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C69F1-60C4-5DDE-BD53-9B0BCD33E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77B6B-9348-AB8F-3374-772838116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43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799C5-067D-FBD9-1A52-925C58B47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4E1C8-E9C8-6CB1-D720-9CE2C73AF7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1D9116-ECC3-F1B7-7825-5416EA49E4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308B9-7DE0-9D73-F2F5-2FF52EE63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2D1C5D-D73A-7120-1214-DD74384DF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B1560-5B80-DBA4-1ACE-2502787A2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156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D545-3612-157E-F817-E0FDD5EBB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E5854-BB21-DBF4-57E5-7D9755664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C698D-395F-566D-83A3-3AEFBDCE5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52C77-D2C9-0B31-F1A0-B6B3D6F0D3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AD8CF-17DF-BD54-1C82-2FBB975014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61A07E-8CF2-D05B-7955-2DE5B2DA1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5711E1-ADC7-F054-9081-8B7B8822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213918-883F-CB83-30D0-FCD20231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208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6F9A-EF68-7ADB-0405-11AEFB14E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1B36EC-6B25-2B94-B75F-6E2C67C6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A0940-FE92-9551-D88F-CE0A7B46C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10060-A38A-7625-1931-5512E33A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627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07ED5-31CC-04AF-509B-9C6E0AD56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7815E-5434-99F8-F906-36728D4A6D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C0AF7-7298-0079-3CC0-6B5D205B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252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CD592-154D-B5B5-ACD8-6C15F811D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6F9A4-C654-43D0-DFEB-5B042C0D4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7B1A4-FB32-B63F-3FA3-A93C67A745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FD5A0-FB52-CAC8-6131-6D7FFC06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932A86-242E-05F8-0C34-D0973018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DDC52D-33A3-FFFD-BCFA-68DBC8291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405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F7B2-F23B-AD92-369A-CC8EE5BD5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D53D3C-39C0-876A-71AC-9CF88C1F3A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9AA7C-9217-CB28-9647-2D5A3C9AA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1676C-A0A2-0C28-8E3A-FF1F2051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95D9E-DB9D-5072-670B-9B1DAFAE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F40712-6AB9-7B5B-40C8-70F22ADA1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5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DB276-B638-60C6-6290-34F0D5B78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9CD87-035C-4DDB-3654-19C25341D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9F190-A5A4-D8C8-E1A8-E4ED2068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4A255-E887-9857-9FF2-5E702BF3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37FC8-FB47-13C3-8A56-4A425163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38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5BE77-8946-2AA9-A7D1-75B10E10F5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5EE54C-691E-8975-39EB-6C05A80CD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9BF74-37EF-522E-DF61-58790075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563A6E-AD6A-0E16-C49B-649AAD79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70432-DF9F-778F-29A3-CFCB14CF4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6098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3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3090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918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3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9228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038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78212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71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2640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817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07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F1199E-F588-1FFC-A29E-67D9E562D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C2956F-4311-54BE-771E-8DF08B632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932A-11C0-90AE-16D5-D03C327734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BA55B-1674-4563-8A02-B722D4DDCA79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65E07-0BB0-C42D-E752-D98E13455A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8FB88-684B-A29C-72CA-C9EC97F9C0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B56CD-612F-4F55-A4F5-142D2B109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47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38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128946" y="2997994"/>
            <a:ext cx="1600200" cy="1600200"/>
          </a:xfrm>
          <a:custGeom>
            <a:avLst/>
            <a:gdLst/>
            <a:ahLst/>
            <a:cxnLst/>
            <a:rect l="0" t="0" r="0" b="0"/>
            <a:pathLst>
              <a:path w="1600200" h="1600200">
                <a:moveTo>
                  <a:pt x="0" y="800100"/>
                </a:moveTo>
                <a:cubicBezTo>
                  <a:pt x="0" y="1241983"/>
                  <a:pt x="358216" y="1600200"/>
                  <a:pt x="800100" y="1600200"/>
                </a:cubicBezTo>
                <a:cubicBezTo>
                  <a:pt x="1241983" y="1600200"/>
                  <a:pt x="1600200" y="1241983"/>
                  <a:pt x="1600200" y="800100"/>
                </a:cubicBezTo>
                <a:cubicBezTo>
                  <a:pt x="1600200" y="358216"/>
                  <a:pt x="1241983" y="0"/>
                  <a:pt x="800100" y="0"/>
                </a:cubicBezTo>
                <a:cubicBezTo>
                  <a:pt x="358216" y="0"/>
                  <a:pt x="0" y="358216"/>
                  <a:pt x="0" y="800100"/>
                </a:cubicBezTo>
              </a:path>
            </a:pathLst>
          </a:custGeom>
          <a:solidFill>
            <a:srgbClr val="A3A3A3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128946" y="2997994"/>
            <a:ext cx="1600200" cy="1600200"/>
          </a:xfrm>
          <a:custGeom>
            <a:avLst/>
            <a:gdLst/>
            <a:ahLst/>
            <a:cxnLst/>
            <a:rect l="0" t="0" r="0" b="0"/>
            <a:pathLst>
              <a:path w="1600200" h="1600200">
                <a:moveTo>
                  <a:pt x="0" y="800099"/>
                </a:moveTo>
                <a:cubicBezTo>
                  <a:pt x="0" y="1241983"/>
                  <a:pt x="358216" y="1600200"/>
                  <a:pt x="800100" y="1600200"/>
                </a:cubicBezTo>
                <a:cubicBezTo>
                  <a:pt x="1241983" y="1600200"/>
                  <a:pt x="1600200" y="1241983"/>
                  <a:pt x="1600200" y="800100"/>
                </a:cubicBezTo>
                <a:cubicBezTo>
                  <a:pt x="1600200" y="358216"/>
                  <a:pt x="1241983" y="0"/>
                  <a:pt x="800100" y="0"/>
                </a:cubicBezTo>
                <a:cubicBezTo>
                  <a:pt x="358216" y="0"/>
                  <a:pt x="0" y="358216"/>
                  <a:pt x="0" y="80010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92262" y="3074194"/>
            <a:ext cx="1646824" cy="1447800"/>
          </a:xfrm>
          <a:custGeom>
            <a:avLst/>
            <a:gdLst/>
            <a:ahLst/>
            <a:cxnLst/>
            <a:rect l="0" t="0" r="0" b="0"/>
            <a:pathLst>
              <a:path w="1646824" h="1447800">
                <a:moveTo>
                  <a:pt x="0" y="1436998"/>
                </a:moveTo>
                <a:cubicBezTo>
                  <a:pt x="259318" y="1304648"/>
                  <a:pt x="436883" y="1035015"/>
                  <a:pt x="436883" y="723900"/>
                </a:cubicBezTo>
                <a:cubicBezTo>
                  <a:pt x="436883" y="412784"/>
                  <a:pt x="259318" y="143151"/>
                  <a:pt x="0" y="10801"/>
                </a:cubicBezTo>
                <a:cubicBezTo>
                  <a:pt x="65312" y="3667"/>
                  <a:pt x="131673" y="0"/>
                  <a:pt x="198891" y="0"/>
                </a:cubicBezTo>
                <a:cubicBezTo>
                  <a:pt x="273453" y="0"/>
                  <a:pt x="346957" y="4505"/>
                  <a:pt x="419147" y="13268"/>
                </a:cubicBezTo>
                <a:cubicBezTo>
                  <a:pt x="920267" y="74075"/>
                  <a:pt x="1358226" y="339699"/>
                  <a:pt x="1646824" y="723909"/>
                </a:cubicBezTo>
                <a:cubicBezTo>
                  <a:pt x="1358226" y="1108128"/>
                  <a:pt x="920267" y="1373743"/>
                  <a:pt x="419147" y="1434541"/>
                </a:cubicBezTo>
                <a:cubicBezTo>
                  <a:pt x="346957" y="1443304"/>
                  <a:pt x="273443" y="1447800"/>
                  <a:pt x="198891" y="1447800"/>
                </a:cubicBezTo>
                <a:cubicBezTo>
                  <a:pt x="131673" y="1447800"/>
                  <a:pt x="65312" y="1444132"/>
                  <a:pt x="0" y="1436998"/>
                </a:cubicBezTo>
              </a:path>
            </a:pathLst>
          </a:custGeom>
          <a:solidFill>
            <a:srgbClr val="DE8431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92262" y="3074194"/>
            <a:ext cx="1646822" cy="1447800"/>
          </a:xfrm>
          <a:custGeom>
            <a:avLst/>
            <a:gdLst/>
            <a:ahLst/>
            <a:cxnLst/>
            <a:rect l="0" t="0" r="0" b="0"/>
            <a:pathLst>
              <a:path w="1646822" h="1447800">
                <a:moveTo>
                  <a:pt x="0" y="1436995"/>
                </a:moveTo>
                <a:cubicBezTo>
                  <a:pt x="259316" y="1304648"/>
                  <a:pt x="436882" y="1035011"/>
                  <a:pt x="436882" y="723900"/>
                </a:cubicBezTo>
                <a:cubicBezTo>
                  <a:pt x="436882" y="412788"/>
                  <a:pt x="259316" y="143151"/>
                  <a:pt x="0" y="10804"/>
                </a:cubicBezTo>
                <a:cubicBezTo>
                  <a:pt x="65314" y="3664"/>
                  <a:pt x="131674" y="0"/>
                  <a:pt x="198890" y="0"/>
                </a:cubicBezTo>
                <a:cubicBezTo>
                  <a:pt x="273449" y="0"/>
                  <a:pt x="346954" y="4509"/>
                  <a:pt x="419149" y="13268"/>
                </a:cubicBezTo>
                <a:cubicBezTo>
                  <a:pt x="920266" y="74071"/>
                  <a:pt x="1358226" y="339697"/>
                  <a:pt x="1646822" y="723913"/>
                </a:cubicBezTo>
                <a:cubicBezTo>
                  <a:pt x="1358226" y="1108128"/>
                  <a:pt x="920266" y="1373742"/>
                  <a:pt x="419149" y="1434545"/>
                </a:cubicBezTo>
                <a:cubicBezTo>
                  <a:pt x="346956" y="1443304"/>
                  <a:pt x="273447" y="1447800"/>
                  <a:pt x="198890" y="1447800"/>
                </a:cubicBezTo>
                <a:cubicBezTo>
                  <a:pt x="131674" y="1447800"/>
                  <a:pt x="65314" y="1444135"/>
                  <a:pt x="0" y="1436995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919271" y="3074194"/>
            <a:ext cx="1646624" cy="1447800"/>
          </a:xfrm>
          <a:custGeom>
            <a:avLst/>
            <a:gdLst/>
            <a:ahLst/>
            <a:cxnLst/>
            <a:rect l="0" t="0" r="0" b="0"/>
            <a:pathLst>
              <a:path w="1646624" h="1447800">
                <a:moveTo>
                  <a:pt x="1646624" y="1437027"/>
                </a:moveTo>
                <a:cubicBezTo>
                  <a:pt x="1581378" y="1444151"/>
                  <a:pt x="1515075" y="1447800"/>
                  <a:pt x="1447933" y="1447800"/>
                </a:cubicBezTo>
                <a:cubicBezTo>
                  <a:pt x="855849" y="1447800"/>
                  <a:pt x="330174" y="1163469"/>
                  <a:pt x="0" y="723900"/>
                </a:cubicBezTo>
                <a:cubicBezTo>
                  <a:pt x="330174" y="284330"/>
                  <a:pt x="855849" y="0"/>
                  <a:pt x="1447933" y="0"/>
                </a:cubicBezTo>
                <a:cubicBezTo>
                  <a:pt x="1515075" y="0"/>
                  <a:pt x="1581359" y="3657"/>
                  <a:pt x="1646605" y="10782"/>
                </a:cubicBezTo>
                <a:cubicBezTo>
                  <a:pt x="1387259" y="143122"/>
                  <a:pt x="1209675" y="412765"/>
                  <a:pt x="1209675" y="723900"/>
                </a:cubicBezTo>
                <a:cubicBezTo>
                  <a:pt x="1209675" y="1035034"/>
                  <a:pt x="1387268" y="1304696"/>
                  <a:pt x="1646624" y="1437027"/>
                </a:cubicBezTo>
              </a:path>
            </a:pathLst>
          </a:custGeom>
          <a:solidFill>
            <a:srgbClr val="4E88E7"/>
          </a:solidFill>
          <a:ln>
            <a:noFill/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919271" y="3074194"/>
            <a:ext cx="1646624" cy="1447800"/>
          </a:xfrm>
          <a:custGeom>
            <a:avLst/>
            <a:gdLst/>
            <a:ahLst/>
            <a:cxnLst/>
            <a:rect l="0" t="0" r="0" b="0"/>
            <a:pathLst>
              <a:path w="1646624" h="1447800">
                <a:moveTo>
                  <a:pt x="1646624" y="1437030"/>
                </a:moveTo>
                <a:cubicBezTo>
                  <a:pt x="1581374" y="1444153"/>
                  <a:pt x="1515078" y="1447800"/>
                  <a:pt x="1447932" y="1447800"/>
                </a:cubicBezTo>
                <a:cubicBezTo>
                  <a:pt x="855847" y="1447800"/>
                  <a:pt x="330172" y="1163469"/>
                  <a:pt x="0" y="723900"/>
                </a:cubicBezTo>
                <a:cubicBezTo>
                  <a:pt x="330172" y="284330"/>
                  <a:pt x="855847" y="0"/>
                  <a:pt x="1447932" y="0"/>
                </a:cubicBezTo>
                <a:cubicBezTo>
                  <a:pt x="1515073" y="0"/>
                  <a:pt x="1581359" y="3656"/>
                  <a:pt x="1646603" y="10780"/>
                </a:cubicBezTo>
                <a:cubicBezTo>
                  <a:pt x="1387262" y="143118"/>
                  <a:pt x="1209675" y="412770"/>
                  <a:pt x="1209675" y="723900"/>
                </a:cubicBezTo>
                <a:cubicBezTo>
                  <a:pt x="1209675" y="1035037"/>
                  <a:pt x="1387272" y="1304695"/>
                  <a:pt x="1646624" y="1437030"/>
                </a:cubicBezTo>
                <a:close/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42101" y="2259806"/>
            <a:ext cx="597386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b="1" dirty="0">
                <a:solidFill>
                  <a:srgbClr val="484848"/>
                </a:solidFill>
                <a:latin typeface="Roboto"/>
              </a:rPr>
              <a:t>The Power of Unified Digital Customer Communications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4523" y="3136107"/>
            <a:ext cx="1019510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sz="1500" b="1">
                <a:solidFill>
                  <a:srgbClr val="4E88E7"/>
                </a:solidFill>
                <a:latin typeface="Roboto"/>
              </a:rPr>
              <a:t>Digital
Notification
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34096" y="3364707"/>
            <a:ext cx="1352934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500" b="1">
                <a:solidFill>
                  <a:srgbClr val="DE8431"/>
                </a:solidFill>
                <a:latin typeface="Roboto"/>
              </a:rPr>
              <a:t>AI-Powered
Personalization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7926" y="3369469"/>
            <a:ext cx="116214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500" b="1">
                <a:solidFill>
                  <a:srgbClr val="FFFFFF"/>
                </a:solidFill>
                <a:latin typeface="Roboto"/>
              </a:rPr>
              <a:t>Unified
Personalized
Customer
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0348" y="3960019"/>
            <a:ext cx="993676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r" defTabSz="457200"/>
            <a:r>
              <a:rPr sz="1100">
                <a:solidFill>
                  <a:srgbClr val="484848"/>
                </a:solidFill>
                <a:latin typeface="Roboto"/>
              </a:rPr>
              <a:t>Centralized
communication
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4096" y="3988594"/>
            <a:ext cx="1155766" cy="3385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defTabSz="457200"/>
            <a:r>
              <a:rPr sz="1100">
                <a:solidFill>
                  <a:srgbClr val="484848"/>
                </a:solidFill>
                <a:latin typeface="Roboto"/>
              </a:rPr>
              <a:t>Intelligent, tailored
messaging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57433" y="3559969"/>
            <a:ext cx="438150" cy="438150"/>
          </a:xfrm>
          <a:custGeom>
            <a:avLst/>
            <a:gdLst/>
            <a:ahLst/>
            <a:cxnLst/>
            <a:rect l="0" t="0" r="0" b="0"/>
            <a:pathLst>
              <a:path w="438150" h="438150">
                <a:moveTo>
                  <a:pt x="247650" y="123825"/>
                </a:moveTo>
                <a:cubicBezTo>
                  <a:pt x="247650" y="160648"/>
                  <a:pt x="277501" y="190500"/>
                  <a:pt x="314325" y="190500"/>
                </a:cubicBezTo>
                <a:cubicBezTo>
                  <a:pt x="351148" y="190500"/>
                  <a:pt x="381000" y="160648"/>
                  <a:pt x="381000" y="123825"/>
                </a:cubicBezTo>
                <a:cubicBezTo>
                  <a:pt x="381000" y="87001"/>
                  <a:pt x="351148" y="57150"/>
                  <a:pt x="314325" y="57150"/>
                </a:cubicBezTo>
                <a:cubicBezTo>
                  <a:pt x="277501" y="57150"/>
                  <a:pt x="247650" y="87001"/>
                  <a:pt x="247650" y="123825"/>
                </a:cubicBezTo>
                <a:moveTo>
                  <a:pt x="57150" y="381000"/>
                </a:moveTo>
                <a:lnTo>
                  <a:pt x="99059" y="322268"/>
                </a:lnTo>
                <a:cubicBezTo>
                  <a:pt x="100548" y="320184"/>
                  <a:pt x="102813" y="318788"/>
                  <a:pt x="105344" y="318394"/>
                </a:cubicBezTo>
                <a:cubicBezTo>
                  <a:pt x="107874" y="317999"/>
                  <a:pt x="110457" y="318641"/>
                  <a:pt x="112509" y="320173"/>
                </a:cubicBezTo>
                <a:lnTo>
                  <a:pt x="135255" y="337185"/>
                </a:lnTo>
                <a:cubicBezTo>
                  <a:pt x="139463" y="340341"/>
                  <a:pt x="145433" y="339488"/>
                  <a:pt x="148590" y="335280"/>
                </a:cubicBezTo>
                <a:lnTo>
                  <a:pt x="200025" y="266700"/>
                </a:lnTo>
                <a:moveTo>
                  <a:pt x="380504" y="115728"/>
                </a:moveTo>
                <a:lnTo>
                  <a:pt x="314325" y="123825"/>
                </a:lnTo>
                <a:lnTo>
                  <a:pt x="328631" y="58693"/>
                </a:lnTo>
                <a:moveTo>
                  <a:pt x="276225" y="247650"/>
                </a:moveTo>
                <a:cubicBezTo>
                  <a:pt x="266700" y="247650"/>
                  <a:pt x="266700" y="257175"/>
                  <a:pt x="266700" y="257175"/>
                </a:cubicBezTo>
                <a:lnTo>
                  <a:pt x="266700" y="371475"/>
                </a:lnTo>
                <a:cubicBezTo>
                  <a:pt x="266700" y="381000"/>
                  <a:pt x="276225" y="381000"/>
                  <a:pt x="276225" y="381000"/>
                </a:cubicBezTo>
                <a:lnTo>
                  <a:pt x="371475" y="381000"/>
                </a:lnTo>
                <a:cubicBezTo>
                  <a:pt x="381000" y="381000"/>
                  <a:pt x="381000" y="371475"/>
                  <a:pt x="381000" y="371475"/>
                </a:cubicBezTo>
                <a:lnTo>
                  <a:pt x="381000" y="257175"/>
                </a:lnTo>
                <a:cubicBezTo>
                  <a:pt x="381000" y="247650"/>
                  <a:pt x="371475" y="247650"/>
                  <a:pt x="371475" y="247650"/>
                </a:cubicBezTo>
                <a:lnTo>
                  <a:pt x="276225" y="247650"/>
                </a:lnTo>
                <a:moveTo>
                  <a:pt x="304800" y="304800"/>
                </a:moveTo>
                <a:lnTo>
                  <a:pt x="342900" y="304800"/>
                </a:lnTo>
                <a:moveTo>
                  <a:pt x="304800" y="342900"/>
                </a:moveTo>
                <a:lnTo>
                  <a:pt x="323850" y="342900"/>
                </a:lnTo>
                <a:moveTo>
                  <a:pt x="66675" y="57150"/>
                </a:moveTo>
                <a:cubicBezTo>
                  <a:pt x="57150" y="57150"/>
                  <a:pt x="57150" y="66675"/>
                  <a:pt x="57150" y="66675"/>
                </a:cubicBezTo>
                <a:lnTo>
                  <a:pt x="57150" y="180975"/>
                </a:lnTo>
                <a:cubicBezTo>
                  <a:pt x="57150" y="190500"/>
                  <a:pt x="66675" y="190500"/>
                  <a:pt x="66675" y="190500"/>
                </a:cubicBezTo>
                <a:lnTo>
                  <a:pt x="161925" y="190500"/>
                </a:lnTo>
                <a:cubicBezTo>
                  <a:pt x="171450" y="190500"/>
                  <a:pt x="171450" y="180975"/>
                  <a:pt x="171450" y="180975"/>
                </a:cubicBezTo>
                <a:lnTo>
                  <a:pt x="171450" y="66675"/>
                </a:lnTo>
                <a:cubicBezTo>
                  <a:pt x="171450" y="57150"/>
                  <a:pt x="161925" y="57150"/>
                  <a:pt x="161925" y="57150"/>
                </a:cubicBezTo>
                <a:lnTo>
                  <a:pt x="66675" y="57150"/>
                </a:lnTo>
                <a:moveTo>
                  <a:pt x="95250" y="95250"/>
                </a:moveTo>
                <a:lnTo>
                  <a:pt x="133350" y="95250"/>
                </a:lnTo>
                <a:moveTo>
                  <a:pt x="95250" y="133350"/>
                </a:moveTo>
                <a:lnTo>
                  <a:pt x="114300" y="133350"/>
                </a:lnTo>
                <a:moveTo>
                  <a:pt x="19050" y="0"/>
                </a:moveTo>
                <a:lnTo>
                  <a:pt x="419100" y="0"/>
                </a:lnTo>
                <a:cubicBezTo>
                  <a:pt x="419100" y="0"/>
                  <a:pt x="438150" y="0"/>
                  <a:pt x="438150" y="19050"/>
                </a:cubicBezTo>
                <a:lnTo>
                  <a:pt x="438150" y="419100"/>
                </a:lnTo>
                <a:cubicBezTo>
                  <a:pt x="438150" y="419100"/>
                  <a:pt x="438150" y="438150"/>
                  <a:pt x="419100" y="438150"/>
                </a:cubicBezTo>
                <a:lnTo>
                  <a:pt x="19050" y="438150"/>
                </a:lnTo>
                <a:cubicBezTo>
                  <a:pt x="19050" y="438150"/>
                  <a:pt x="0" y="438150"/>
                  <a:pt x="0" y="419100"/>
                </a:cubicBezTo>
                <a:lnTo>
                  <a:pt x="0" y="19050"/>
                </a:lnTo>
                <a:cubicBezTo>
                  <a:pt x="0" y="19050"/>
                  <a:pt x="0" y="0"/>
                  <a:pt x="19050" y="0"/>
                </a:cubicBez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43446" y="3526631"/>
            <a:ext cx="425468" cy="442912"/>
          </a:xfrm>
          <a:custGeom>
            <a:avLst/>
            <a:gdLst/>
            <a:ahLst/>
            <a:cxnLst/>
            <a:rect l="0" t="0" r="0" b="0"/>
            <a:pathLst>
              <a:path w="425468" h="442912">
                <a:moveTo>
                  <a:pt x="0" y="0"/>
                </a:moveTo>
                <a:moveTo>
                  <a:pt x="208757" y="285944"/>
                </a:moveTo>
                <a:lnTo>
                  <a:pt x="285108" y="203362"/>
                </a:lnTo>
                <a:cubicBezTo>
                  <a:pt x="300688" y="189338"/>
                  <a:pt x="303805" y="167524"/>
                  <a:pt x="294455" y="148826"/>
                </a:cubicBezTo>
                <a:cubicBezTo>
                  <a:pt x="280433" y="119221"/>
                  <a:pt x="243037" y="112989"/>
                  <a:pt x="219665" y="136361"/>
                </a:cubicBezTo>
                <a:lnTo>
                  <a:pt x="207199" y="148826"/>
                </a:lnTo>
                <a:lnTo>
                  <a:pt x="194734" y="136361"/>
                </a:lnTo>
                <a:cubicBezTo>
                  <a:pt x="172920" y="114547"/>
                  <a:pt x="133966" y="120780"/>
                  <a:pt x="119943" y="148826"/>
                </a:cubicBezTo>
                <a:cubicBezTo>
                  <a:pt x="112152" y="167524"/>
                  <a:pt x="115268" y="189338"/>
                  <a:pt x="129292" y="203362"/>
                </a:cubicBezTo>
                <a:close/>
                <a:moveTo>
                  <a:pt x="89065" y="442912"/>
                </a:moveTo>
                <a:lnTo>
                  <a:pt x="89065" y="323564"/>
                </a:lnTo>
                <a:cubicBezTo>
                  <a:pt x="62742" y="299178"/>
                  <a:pt x="44385" y="267421"/>
                  <a:pt x="36390" y="232442"/>
                </a:cubicBezTo>
                <a:cubicBezTo>
                  <a:pt x="28394" y="197462"/>
                  <a:pt x="31133" y="160883"/>
                  <a:pt x="44248" y="127484"/>
                </a:cubicBezTo>
                <a:cubicBezTo>
                  <a:pt x="57363" y="94084"/>
                  <a:pt x="80245" y="65415"/>
                  <a:pt x="109905" y="45221"/>
                </a:cubicBezTo>
                <a:cubicBezTo>
                  <a:pt x="139566" y="25027"/>
                  <a:pt x="174626" y="14247"/>
                  <a:pt x="210510" y="14287"/>
                </a:cubicBezTo>
                <a:cubicBezTo>
                  <a:pt x="346508" y="14287"/>
                  <a:pt x="375864" y="126263"/>
                  <a:pt x="424346" y="252031"/>
                </a:cubicBezTo>
                <a:cubicBezTo>
                  <a:pt x="425176" y="254197"/>
                  <a:pt x="425468" y="256531"/>
                  <a:pt x="425195" y="258834"/>
                </a:cubicBezTo>
                <a:cubicBezTo>
                  <a:pt x="424923" y="261137"/>
                  <a:pt x="424096" y="263339"/>
                  <a:pt x="422784" y="265252"/>
                </a:cubicBezTo>
                <a:cubicBezTo>
                  <a:pt x="421471" y="267162"/>
                  <a:pt x="419715" y="268726"/>
                  <a:pt x="417663" y="269808"/>
                </a:cubicBezTo>
                <a:cubicBezTo>
                  <a:pt x="415611" y="270891"/>
                  <a:pt x="413329" y="271458"/>
                  <a:pt x="411011" y="271462"/>
                </a:cubicBezTo>
                <a:lnTo>
                  <a:pt x="374816" y="271462"/>
                </a:lnTo>
                <a:lnTo>
                  <a:pt x="374816" y="328612"/>
                </a:lnTo>
                <a:cubicBezTo>
                  <a:pt x="374816" y="343770"/>
                  <a:pt x="368794" y="358305"/>
                  <a:pt x="358077" y="369023"/>
                </a:cubicBezTo>
                <a:cubicBezTo>
                  <a:pt x="347359" y="379740"/>
                  <a:pt x="332822" y="385762"/>
                  <a:pt x="317666" y="385762"/>
                </a:cubicBezTo>
                <a:lnTo>
                  <a:pt x="289091" y="385762"/>
                </a:lnTo>
                <a:lnTo>
                  <a:pt x="289091" y="442912"/>
                </a:lnTo>
              </a:path>
            </a:pathLst>
          </a:custGeom>
          <a:noFill/>
          <a:ln w="14287">
            <a:solidFill>
              <a:srgbClr val="FFFFFF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3113286" y="2595563"/>
            <a:ext cx="5976937" cy="695325"/>
            <a:chOff x="542925" y="1728787"/>
            <a:chExt cx="5976937" cy="695325"/>
          </a:xfrm>
        </p:grpSpPr>
        <p:sp>
          <p:nvSpPr>
            <p:cNvPr id="2" name="Rounded Rectangle 1"/>
            <p:cNvSpPr/>
            <p:nvPr/>
          </p:nvSpPr>
          <p:spPr>
            <a:xfrm>
              <a:off x="54292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" name="Rounded Rectangle 2"/>
            <p:cNvSpPr/>
            <p:nvPr/>
          </p:nvSpPr>
          <p:spPr>
            <a:xfrm>
              <a:off x="13668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" name="Rounded Rectangle 3"/>
            <p:cNvSpPr/>
            <p:nvPr/>
          </p:nvSpPr>
          <p:spPr>
            <a:xfrm>
              <a:off x="1014412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213836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296227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2609850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373380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55771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0" name="Rounded Rectangle 9"/>
            <p:cNvSpPr/>
            <p:nvPr/>
          </p:nvSpPr>
          <p:spPr>
            <a:xfrm>
              <a:off x="4205287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53292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15315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5800725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9"/>
                    <a:pt x="55435" y="123825"/>
                    <a:pt x="123825" y="123825"/>
                  </a:cubicBezTo>
                  <a:cubicBezTo>
                    <a:pt x="192214" y="123825"/>
                    <a:pt x="247650" y="68389"/>
                    <a:pt x="247650" y="0"/>
                  </a:cubicBezTo>
                  <a:lnTo>
                    <a:pt x="180975" y="0"/>
                  </a:lnTo>
                  <a:cubicBezTo>
                    <a:pt x="180975" y="31565"/>
                    <a:pt x="155390" y="57150"/>
                    <a:pt x="123825" y="57150"/>
                  </a:cubicBezTo>
                  <a:cubicBezTo>
                    <a:pt x="92259" y="57150"/>
                    <a:pt x="66675" y="31565"/>
                    <a:pt x="66675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D9D9D9"/>
                </a:gs>
                <a:gs pos="100000">
                  <a:srgbClr val="BCBCBC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113286" y="1895475"/>
            <a:ext cx="5976937" cy="1395412"/>
            <a:chOff x="542925" y="1028700"/>
            <a:chExt cx="5976937" cy="1395412"/>
          </a:xfrm>
        </p:grpSpPr>
        <p:sp>
          <p:nvSpPr>
            <p:cNvPr id="15" name="Rounded Rectangle 14"/>
            <p:cNvSpPr/>
            <p:nvPr/>
          </p:nvSpPr>
          <p:spPr>
            <a:xfrm>
              <a:off x="54292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13668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014412" y="1028700"/>
              <a:ext cx="247650" cy="1038225"/>
            </a:xfrm>
            <a:custGeom>
              <a:avLst/>
              <a:gdLst/>
              <a:ahLst/>
              <a:cxnLst/>
              <a:rect l="0" t="0" r="0" b="0"/>
              <a:pathLst>
                <a:path w="247650" h="1038225">
                  <a:moveTo>
                    <a:pt x="0" y="914400"/>
                  </a:moveTo>
                  <a:cubicBezTo>
                    <a:pt x="0" y="982786"/>
                    <a:pt x="55438" y="1038225"/>
                    <a:pt x="123825" y="1038225"/>
                  </a:cubicBezTo>
                  <a:cubicBezTo>
                    <a:pt x="192211" y="1038225"/>
                    <a:pt x="247650" y="982786"/>
                    <a:pt x="247650" y="914400"/>
                  </a:cubicBezTo>
                  <a:lnTo>
                    <a:pt x="180975" y="914400"/>
                  </a:lnTo>
                  <a:cubicBezTo>
                    <a:pt x="180975" y="945962"/>
                    <a:pt x="155387" y="971550"/>
                    <a:pt x="123825" y="971550"/>
                  </a:cubicBezTo>
                  <a:cubicBezTo>
                    <a:pt x="92262" y="971550"/>
                    <a:pt x="66675" y="945962"/>
                    <a:pt x="66675" y="914400"/>
                  </a:cubicBezTo>
                  <a:lnTo>
                    <a:pt x="0" y="914400"/>
                  </a:lnTo>
                  <a:close/>
                  <a:moveTo>
                    <a:pt x="123825" y="228600"/>
                  </a:move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213836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2962275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2609850" y="1028700"/>
              <a:ext cx="247650" cy="1038225"/>
            </a:xfrm>
            <a:custGeom>
              <a:avLst/>
              <a:gdLst/>
              <a:ahLst/>
              <a:cxnLst/>
              <a:rect l="0" t="0" r="0" b="0"/>
              <a:pathLst>
                <a:path w="247650" h="1038225">
                  <a:moveTo>
                    <a:pt x="0" y="914400"/>
                  </a:moveTo>
                  <a:cubicBezTo>
                    <a:pt x="0" y="982786"/>
                    <a:pt x="55438" y="1038225"/>
                    <a:pt x="123825" y="1038225"/>
                  </a:cubicBezTo>
                  <a:cubicBezTo>
                    <a:pt x="192211" y="1038225"/>
                    <a:pt x="247650" y="982786"/>
                    <a:pt x="247650" y="914400"/>
                  </a:cubicBezTo>
                  <a:lnTo>
                    <a:pt x="180975" y="914400"/>
                  </a:lnTo>
                  <a:cubicBezTo>
                    <a:pt x="180975" y="945962"/>
                    <a:pt x="155387" y="971550"/>
                    <a:pt x="123825" y="971550"/>
                  </a:cubicBezTo>
                  <a:cubicBezTo>
                    <a:pt x="92262" y="971550"/>
                    <a:pt x="66675" y="945962"/>
                    <a:pt x="66675" y="914400"/>
                  </a:cubicBezTo>
                  <a:lnTo>
                    <a:pt x="0" y="914400"/>
                  </a:lnTo>
                  <a:close/>
                  <a:moveTo>
                    <a:pt x="123825" y="228600"/>
                  </a:moveTo>
                  <a:lnTo>
                    <a:pt x="123825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73380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4557712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4205287" y="1943100"/>
              <a:ext cx="247650" cy="123825"/>
            </a:xfrm>
            <a:custGeom>
              <a:avLst/>
              <a:gdLst/>
              <a:ahLst/>
              <a:cxnLst/>
              <a:rect l="0" t="0" r="0" b="0"/>
              <a:pathLst>
                <a:path w="247650" h="123825">
                  <a:moveTo>
                    <a:pt x="0" y="0"/>
                  </a:moveTo>
                  <a:cubicBezTo>
                    <a:pt x="0" y="68386"/>
                    <a:pt x="55438" y="123825"/>
                    <a:pt x="123825" y="123825"/>
                  </a:cubicBezTo>
                  <a:cubicBezTo>
                    <a:pt x="192211" y="123825"/>
                    <a:pt x="247650" y="68386"/>
                    <a:pt x="247650" y="0"/>
                  </a:cubicBezTo>
                  <a:lnTo>
                    <a:pt x="180975" y="0"/>
                  </a:lnTo>
                  <a:cubicBezTo>
                    <a:pt x="180975" y="31562"/>
                    <a:pt x="155387" y="57150"/>
                    <a:pt x="123825" y="57150"/>
                  </a:cubicBezTo>
                  <a:cubicBezTo>
                    <a:pt x="92262" y="57150"/>
                    <a:pt x="66675" y="31562"/>
                    <a:pt x="66675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5329237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366712" y="0"/>
                  </a:moveTo>
                  <a:lnTo>
                    <a:pt x="0" y="390525"/>
                  </a:lnTo>
                  <a:lnTo>
                    <a:pt x="166687" y="695325"/>
                  </a:lnTo>
                  <a:lnTo>
                    <a:pt x="257175" y="642937"/>
                  </a:lnTo>
                  <a:lnTo>
                    <a:pt x="128587" y="400050"/>
                  </a:lnTo>
                  <a:lnTo>
                    <a:pt x="366712" y="147637"/>
                  </a:lnTo>
                  <a:lnTo>
                    <a:pt x="366712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6153150" y="1728787"/>
              <a:ext cx="366712" cy="695325"/>
            </a:xfrm>
            <a:custGeom>
              <a:avLst/>
              <a:gdLst/>
              <a:ahLst/>
              <a:cxnLst/>
              <a:rect l="0" t="0" r="0" b="0"/>
              <a:pathLst>
                <a:path w="366712" h="695325">
                  <a:moveTo>
                    <a:pt x="0" y="0"/>
                  </a:moveTo>
                  <a:lnTo>
                    <a:pt x="366712" y="390525"/>
                  </a:lnTo>
                  <a:lnTo>
                    <a:pt x="200025" y="695325"/>
                  </a:lnTo>
                  <a:lnTo>
                    <a:pt x="109537" y="642937"/>
                  </a:lnTo>
                  <a:lnTo>
                    <a:pt x="238125" y="400050"/>
                  </a:lnTo>
                  <a:lnTo>
                    <a:pt x="0" y="14763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4329112" y="1028700"/>
              <a:ext cx="1719262" cy="1038225"/>
            </a:xfrm>
            <a:custGeom>
              <a:avLst/>
              <a:gdLst/>
              <a:ahLst/>
              <a:cxnLst/>
              <a:rect l="0" t="0" r="0" b="0"/>
              <a:pathLst>
                <a:path w="1719262" h="1038225">
                  <a:moveTo>
                    <a:pt x="1471612" y="914400"/>
                  </a:moveTo>
                  <a:cubicBezTo>
                    <a:pt x="1471612" y="982786"/>
                    <a:pt x="1527050" y="1038225"/>
                    <a:pt x="1595437" y="1038225"/>
                  </a:cubicBezTo>
                  <a:cubicBezTo>
                    <a:pt x="1663824" y="1038225"/>
                    <a:pt x="1719262" y="982786"/>
                    <a:pt x="1719262" y="914400"/>
                  </a:cubicBezTo>
                  <a:lnTo>
                    <a:pt x="1652587" y="914400"/>
                  </a:lnTo>
                  <a:cubicBezTo>
                    <a:pt x="1652587" y="945962"/>
                    <a:pt x="1627000" y="971550"/>
                    <a:pt x="1595437" y="971550"/>
                  </a:cubicBezTo>
                  <a:cubicBezTo>
                    <a:pt x="1563874" y="971550"/>
                    <a:pt x="1538287" y="945962"/>
                    <a:pt x="1538287" y="914400"/>
                  </a:cubicBezTo>
                  <a:lnTo>
                    <a:pt x="1471612" y="914400"/>
                  </a:lnTo>
                  <a:close/>
                  <a:moveTo>
                    <a:pt x="0" y="228600"/>
                  </a:moveTo>
                  <a:lnTo>
                    <a:pt x="0" y="0"/>
                  </a:lnTo>
                  <a:moveTo>
                    <a:pt x="1595437" y="228600"/>
                  </a:moveTo>
                  <a:lnTo>
                    <a:pt x="1595437" y="0"/>
                  </a:ln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3365697" y="2124075"/>
            <a:ext cx="685800" cy="1543050"/>
            <a:chOff x="795337" y="1257300"/>
            <a:chExt cx="685800" cy="1543050"/>
          </a:xfrm>
        </p:grpSpPr>
        <p:sp>
          <p:nvSpPr>
            <p:cNvPr id="28" name="Rounded Rectangle 27"/>
            <p:cNvSpPr/>
            <p:nvPr/>
          </p:nvSpPr>
          <p:spPr>
            <a:xfrm>
              <a:off x="795337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1081087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3365697" y="2124075"/>
            <a:ext cx="685800" cy="1543050"/>
            <a:chOff x="795337" y="1257300"/>
            <a:chExt cx="685800" cy="1543050"/>
          </a:xfrm>
        </p:grpSpPr>
        <p:sp>
          <p:nvSpPr>
            <p:cNvPr id="31" name="Rounded Rectangle 30"/>
            <p:cNvSpPr/>
            <p:nvPr/>
          </p:nvSpPr>
          <p:spPr>
            <a:xfrm>
              <a:off x="795337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1081087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4961135" y="2124075"/>
            <a:ext cx="685800" cy="1543050"/>
            <a:chOff x="2390775" y="1257300"/>
            <a:chExt cx="685800" cy="1543050"/>
          </a:xfrm>
        </p:grpSpPr>
        <p:sp>
          <p:nvSpPr>
            <p:cNvPr id="34" name="Rounded Rectangle 33"/>
            <p:cNvSpPr/>
            <p:nvPr/>
          </p:nvSpPr>
          <p:spPr>
            <a:xfrm>
              <a:off x="2390775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2676525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BF84"/>
                </a:gs>
                <a:gs pos="100000">
                  <a:srgbClr val="F99539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961135" y="2124075"/>
            <a:ext cx="685800" cy="1543050"/>
            <a:chOff x="2390775" y="1257300"/>
            <a:chExt cx="685800" cy="1543050"/>
          </a:xfrm>
        </p:grpSpPr>
        <p:sp>
          <p:nvSpPr>
            <p:cNvPr id="37" name="Rounded Rectangle 36"/>
            <p:cNvSpPr/>
            <p:nvPr/>
          </p:nvSpPr>
          <p:spPr>
            <a:xfrm>
              <a:off x="2390775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676525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556572" y="2124075"/>
            <a:ext cx="685800" cy="1543050"/>
            <a:chOff x="3986212" y="1257300"/>
            <a:chExt cx="685800" cy="1543050"/>
          </a:xfrm>
        </p:grpSpPr>
        <p:sp>
          <p:nvSpPr>
            <p:cNvPr id="40" name="Rounded Rectangle 39"/>
            <p:cNvSpPr/>
            <p:nvPr/>
          </p:nvSpPr>
          <p:spPr>
            <a:xfrm>
              <a:off x="3986212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271962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A6A3"/>
                </a:gs>
                <a:gs pos="100000">
                  <a:srgbClr val="FD6A6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6556572" y="2124075"/>
            <a:ext cx="685800" cy="1543050"/>
            <a:chOff x="3986212" y="1257300"/>
            <a:chExt cx="685800" cy="1543050"/>
          </a:xfrm>
        </p:grpSpPr>
        <p:sp>
          <p:nvSpPr>
            <p:cNvPr id="43" name="Rounded Rectangle 42"/>
            <p:cNvSpPr/>
            <p:nvPr/>
          </p:nvSpPr>
          <p:spPr>
            <a:xfrm>
              <a:off x="3986212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4271962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8152010" y="2124075"/>
            <a:ext cx="685800" cy="1543050"/>
            <a:chOff x="5581650" y="1257300"/>
            <a:chExt cx="685800" cy="1543050"/>
          </a:xfrm>
        </p:grpSpPr>
        <p:sp>
          <p:nvSpPr>
            <p:cNvPr id="46" name="Rounded Rectangle 45"/>
            <p:cNvSpPr/>
            <p:nvPr/>
          </p:nvSpPr>
          <p:spPr>
            <a:xfrm>
              <a:off x="5581650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lnTo>
                    <a:pt x="114300" y="0"/>
                  </a:lnTo>
                  <a:moveTo>
                    <a:pt x="0" y="1200150"/>
                  </a:moveTo>
                  <a:cubicBezTo>
                    <a:pt x="0" y="1389526"/>
                    <a:pt x="153523" y="1543050"/>
                    <a:pt x="342900" y="1543050"/>
                  </a:cubicBezTo>
                  <a:cubicBezTo>
                    <a:pt x="532276" y="1543050"/>
                    <a:pt x="685800" y="1389526"/>
                    <a:pt x="685800" y="1200150"/>
                  </a:cubicBezTo>
                  <a:cubicBezTo>
                    <a:pt x="685800" y="1010773"/>
                    <a:pt x="532276" y="857250"/>
                    <a:pt x="342900" y="857250"/>
                  </a:cubicBezTo>
                  <a:cubicBezTo>
                    <a:pt x="153523" y="857250"/>
                    <a:pt x="0" y="1010773"/>
                    <a:pt x="0" y="1200150"/>
                  </a:cubicBez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5867400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5"/>
                    <a:pt x="25584" y="57150"/>
                    <a:pt x="57150" y="57150"/>
                  </a:cubicBezTo>
                  <a:cubicBezTo>
                    <a:pt x="88715" y="57150"/>
                    <a:pt x="114300" y="31565"/>
                    <a:pt x="114300" y="0"/>
                  </a:cubicBezTo>
                  <a:lnTo>
                    <a:pt x="0" y="0"/>
                  </a:lnTo>
                </a:path>
              </a:pathLst>
            </a:custGeom>
            <a:gradFill rotWithShape="1">
              <a:gsLst>
                <a:gs pos="0">
                  <a:srgbClr val="FFA1DA"/>
                </a:gs>
                <a:gs pos="100000">
                  <a:srgbClr val="F669BE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8152010" y="2124075"/>
            <a:ext cx="685800" cy="1543050"/>
            <a:chOff x="5581650" y="1257300"/>
            <a:chExt cx="685800" cy="1543050"/>
          </a:xfrm>
        </p:grpSpPr>
        <p:sp>
          <p:nvSpPr>
            <p:cNvPr id="49" name="Rounded Rectangle 48"/>
            <p:cNvSpPr/>
            <p:nvPr/>
          </p:nvSpPr>
          <p:spPr>
            <a:xfrm>
              <a:off x="5581650" y="1257300"/>
              <a:ext cx="685800" cy="1543050"/>
            </a:xfrm>
            <a:custGeom>
              <a:avLst/>
              <a:gdLst/>
              <a:ahLst/>
              <a:cxnLst/>
              <a:rect l="0" t="0" r="0" b="0"/>
              <a:pathLst>
                <a:path w="685800" h="1543050">
                  <a:moveTo>
                    <a:pt x="114300" y="0"/>
                  </a:moveTo>
                  <a:lnTo>
                    <a:pt x="571500" y="0"/>
                  </a:lnTo>
                  <a:lnTo>
                    <a:pt x="571500" y="685800"/>
                  </a:lnTo>
                  <a:lnTo>
                    <a:pt x="114300" y="685800"/>
                  </a:lnTo>
                  <a:close/>
                  <a:moveTo>
                    <a:pt x="0" y="1200150"/>
                  </a:moveTo>
                  <a:cubicBezTo>
                    <a:pt x="0" y="1389528"/>
                    <a:pt x="153521" y="1543050"/>
                    <a:pt x="342900" y="1543050"/>
                  </a:cubicBezTo>
                  <a:cubicBezTo>
                    <a:pt x="532278" y="1543050"/>
                    <a:pt x="685800" y="1389528"/>
                    <a:pt x="685800" y="1200150"/>
                  </a:cubicBezTo>
                  <a:cubicBezTo>
                    <a:pt x="685800" y="1010771"/>
                    <a:pt x="532278" y="857250"/>
                    <a:pt x="342900" y="857250"/>
                  </a:cubicBezTo>
                  <a:cubicBezTo>
                    <a:pt x="153521" y="857250"/>
                    <a:pt x="0" y="1010771"/>
                    <a:pt x="0" y="1200150"/>
                  </a:cubicBezTo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5867400" y="1943100"/>
              <a:ext cx="114300" cy="57150"/>
            </a:xfrm>
            <a:custGeom>
              <a:avLst/>
              <a:gdLst/>
              <a:ahLst/>
              <a:cxnLst/>
              <a:rect l="0" t="0" r="0" b="0"/>
              <a:pathLst>
                <a:path w="114300" h="57150">
                  <a:moveTo>
                    <a:pt x="0" y="0"/>
                  </a:moveTo>
                  <a:cubicBezTo>
                    <a:pt x="0" y="31562"/>
                    <a:pt x="25587" y="57150"/>
                    <a:pt x="57150" y="57150"/>
                  </a:cubicBezTo>
                  <a:cubicBezTo>
                    <a:pt x="88712" y="57150"/>
                    <a:pt x="114300" y="31562"/>
                    <a:pt x="114300" y="0"/>
                  </a:cubicBez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 defTabSz="457200"/>
              <a:endParaRPr>
                <a:solidFill>
                  <a:prstClr val="black"/>
                </a:solidFill>
                <a:latin typeface="Calibri"/>
              </a:endParaRPr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5066862" y="1376362"/>
            <a:ext cx="209351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b="1">
                <a:solidFill>
                  <a:srgbClr val="484848"/>
                </a:solidFill>
                <a:latin typeface="Roboto"/>
              </a:rPr>
              <a:t>Strategic outcomes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2569" y="3800475"/>
            <a:ext cx="1301639" cy="2308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500">
                <a:solidFill>
                  <a:srgbClr val="E0CB15"/>
                </a:solidFill>
                <a:latin typeface="Roboto"/>
              </a:rPr>
              <a:t>Time to market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801877" y="3857625"/>
            <a:ext cx="102334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500">
                <a:solidFill>
                  <a:srgbClr val="DE8431"/>
                </a:solidFill>
                <a:latin typeface="Roboto"/>
              </a:rPr>
              <a:t>Operational
efficiency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47257" y="3857626"/>
            <a:ext cx="932948" cy="461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500">
                <a:solidFill>
                  <a:srgbClr val="E55753"/>
                </a:solidFill>
                <a:latin typeface="Roboto"/>
              </a:rPr>
              <a:t>Customer
experience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10837" y="3800476"/>
            <a:ext cx="806310" cy="6924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500">
                <a:solidFill>
                  <a:srgbClr val="DE58A9"/>
                </a:solidFill>
                <a:latin typeface="Roboto"/>
              </a:rPr>
              <a:t>Empower
business
teams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052801" y="4167187"/>
            <a:ext cx="1321098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100">
                <a:solidFill>
                  <a:srgbClr val="484848"/>
                </a:solidFill>
                <a:latin typeface="Roboto"/>
              </a:rPr>
              <a:t>Accelerate time to
market for customer
communications.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663575" y="4481512"/>
            <a:ext cx="1300067" cy="685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100">
                <a:solidFill>
                  <a:srgbClr val="484848"/>
                </a:solidFill>
                <a:latin typeface="Roboto"/>
              </a:rPr>
              <a:t>Improve operational
efficiency by
reducing manual
processes.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0059" y="4510087"/>
            <a:ext cx="1307306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100">
                <a:solidFill>
                  <a:srgbClr val="484848"/>
                </a:solidFill>
                <a:latin typeface="Roboto"/>
              </a:rPr>
              <a:t>Enhance customer
experience through
personalized, timely,
consistent
messaging.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916001" y="4624387"/>
            <a:ext cx="1195840" cy="84638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 defTabSz="457200"/>
            <a:r>
              <a:rPr sz="1100">
                <a:solidFill>
                  <a:srgbClr val="484848"/>
                </a:solidFill>
                <a:latin typeface="Roboto"/>
              </a:rPr>
              <a:t>Empower business
teams with self-
service capabilities
and AI-driven
workflows.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479997" y="3095625"/>
            <a:ext cx="442912" cy="435292"/>
          </a:xfrm>
          <a:custGeom>
            <a:avLst/>
            <a:gdLst/>
            <a:ahLst/>
            <a:cxnLst/>
            <a:rect l="0" t="0" r="0" b="0"/>
            <a:pathLst>
              <a:path w="442912" h="435292">
                <a:moveTo>
                  <a:pt x="404812" y="195262"/>
                </a:moveTo>
                <a:lnTo>
                  <a:pt x="404812" y="90487"/>
                </a:lnTo>
                <a:moveTo>
                  <a:pt x="404812" y="90487"/>
                </a:moveTo>
                <a:cubicBezTo>
                  <a:pt x="425855" y="90487"/>
                  <a:pt x="442912" y="73429"/>
                  <a:pt x="442912" y="52387"/>
                </a:cubicBezTo>
                <a:cubicBezTo>
                  <a:pt x="442912" y="31345"/>
                  <a:pt x="425855" y="14287"/>
                  <a:pt x="404812" y="14287"/>
                </a:cubicBezTo>
                <a:cubicBezTo>
                  <a:pt x="383769" y="14287"/>
                  <a:pt x="366712" y="31345"/>
                  <a:pt x="366712" y="52387"/>
                </a:cubicBezTo>
                <a:cubicBezTo>
                  <a:pt x="366712" y="73429"/>
                  <a:pt x="383769" y="90487"/>
                  <a:pt x="404812" y="90487"/>
                </a:cubicBezTo>
                <a:close/>
                <a:moveTo>
                  <a:pt x="14287" y="401002"/>
                </a:moveTo>
                <a:cubicBezTo>
                  <a:pt x="14287" y="282892"/>
                  <a:pt x="109962" y="187642"/>
                  <a:pt x="228600" y="187642"/>
                </a:cubicBezTo>
                <a:cubicBezTo>
                  <a:pt x="347237" y="187642"/>
                  <a:pt x="442912" y="282892"/>
                  <a:pt x="442912" y="401002"/>
                </a:cubicBezTo>
                <a:moveTo>
                  <a:pt x="228600" y="435292"/>
                </a:moveTo>
                <a:cubicBezTo>
                  <a:pt x="244381" y="435292"/>
                  <a:pt x="257175" y="422498"/>
                  <a:pt x="257175" y="406717"/>
                </a:cubicBezTo>
                <a:cubicBezTo>
                  <a:pt x="257175" y="390934"/>
                  <a:pt x="244381" y="378142"/>
                  <a:pt x="228600" y="378142"/>
                </a:cubicBezTo>
                <a:cubicBezTo>
                  <a:pt x="212818" y="378142"/>
                  <a:pt x="200025" y="390934"/>
                  <a:pt x="200025" y="406717"/>
                </a:cubicBezTo>
                <a:cubicBezTo>
                  <a:pt x="200025" y="422498"/>
                  <a:pt x="212818" y="435292"/>
                  <a:pt x="228600" y="435292"/>
                </a:cubicBezTo>
                <a:close/>
                <a:moveTo>
                  <a:pt x="0" y="0"/>
                </a:moveTo>
                <a:moveTo>
                  <a:pt x="218122" y="380047"/>
                </a:moveTo>
                <a:lnTo>
                  <a:pt x="174307" y="258127"/>
                </a:lnTo>
                <a:moveTo>
                  <a:pt x="0" y="0"/>
                </a:moveTo>
                <a:moveTo>
                  <a:pt x="282892" y="258127"/>
                </a:moveTo>
                <a:lnTo>
                  <a:pt x="273367" y="284797"/>
                </a:lnTo>
                <a:moveTo>
                  <a:pt x="0" y="0"/>
                </a:moveTo>
                <a:moveTo>
                  <a:pt x="365760" y="328612"/>
                </a:moveTo>
                <a:lnTo>
                  <a:pt x="337185" y="345757"/>
                </a:lnTo>
                <a:moveTo>
                  <a:pt x="0" y="0"/>
                </a:moveTo>
                <a:moveTo>
                  <a:pt x="120014" y="345757"/>
                </a:moveTo>
                <a:lnTo>
                  <a:pt x="91439" y="328612"/>
                </a:lnTo>
                <a:moveTo>
                  <a:pt x="0" y="0"/>
                </a:moveTo>
                <a:moveTo>
                  <a:pt x="384810" y="433387"/>
                </a:moveTo>
                <a:lnTo>
                  <a:pt x="356235" y="429577"/>
                </a:lnTo>
                <a:moveTo>
                  <a:pt x="0" y="0"/>
                </a:moveTo>
                <a:moveTo>
                  <a:pt x="72389" y="433387"/>
                </a:moveTo>
                <a:lnTo>
                  <a:pt x="100964" y="429577"/>
                </a:ln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2" name="Rounded Rectangle 61"/>
          <p:cNvSpPr/>
          <p:nvPr/>
        </p:nvSpPr>
        <p:spPr>
          <a:xfrm>
            <a:off x="5089723" y="3105113"/>
            <a:ext cx="438186" cy="438281"/>
          </a:xfrm>
          <a:custGeom>
            <a:avLst/>
            <a:gdLst/>
            <a:ahLst/>
            <a:cxnLst/>
            <a:rect l="0" t="0" r="0" b="0"/>
            <a:pathLst>
              <a:path w="438186" h="438281">
                <a:moveTo>
                  <a:pt x="84371" y="218597"/>
                </a:moveTo>
                <a:lnTo>
                  <a:pt x="84371" y="218597"/>
                </a:lnTo>
                <a:cubicBezTo>
                  <a:pt x="84371" y="144950"/>
                  <a:pt x="144074" y="85247"/>
                  <a:pt x="217721" y="85247"/>
                </a:cubicBezTo>
                <a:cubicBezTo>
                  <a:pt x="291368" y="85247"/>
                  <a:pt x="351071" y="144950"/>
                  <a:pt x="351071" y="218597"/>
                </a:cubicBezTo>
                <a:cubicBezTo>
                  <a:pt x="351071" y="292245"/>
                  <a:pt x="291368" y="351947"/>
                  <a:pt x="217721" y="351947"/>
                </a:cubicBezTo>
                <a:cubicBezTo>
                  <a:pt x="144074" y="351947"/>
                  <a:pt x="84371" y="292245"/>
                  <a:pt x="84371" y="218597"/>
                </a:cubicBezTo>
                <a:close/>
                <a:moveTo>
                  <a:pt x="303446" y="170877"/>
                </a:moveTo>
                <a:lnTo>
                  <a:pt x="262489" y="220007"/>
                </a:lnTo>
                <a:cubicBezTo>
                  <a:pt x="260777" y="222060"/>
                  <a:pt x="258282" y="223300"/>
                  <a:pt x="255611" y="223423"/>
                </a:cubicBezTo>
                <a:cubicBezTo>
                  <a:pt x="252941" y="223546"/>
                  <a:pt x="250342" y="222542"/>
                  <a:pt x="248449" y="220655"/>
                </a:cubicBezTo>
                <a:lnTo>
                  <a:pt x="225093" y="197300"/>
                </a:lnTo>
                <a:cubicBezTo>
                  <a:pt x="223202" y="195404"/>
                  <a:pt x="220600" y="194392"/>
                  <a:pt x="217925" y="194512"/>
                </a:cubicBezTo>
                <a:cubicBezTo>
                  <a:pt x="215250" y="194631"/>
                  <a:pt x="212749" y="195871"/>
                  <a:pt x="211035" y="197928"/>
                </a:cubicBezTo>
                <a:lnTo>
                  <a:pt x="175583" y="240505"/>
                </a:lnTo>
                <a:cubicBezTo>
                  <a:pt x="172487" y="244276"/>
                  <a:pt x="167043" y="245098"/>
                  <a:pt x="162971" y="242410"/>
                </a:cubicBezTo>
                <a:lnTo>
                  <a:pt x="149446" y="233399"/>
                </a:lnTo>
                <a:cubicBezTo>
                  <a:pt x="145069" y="230487"/>
                  <a:pt x="139160" y="231672"/>
                  <a:pt x="136244" y="236047"/>
                </a:cubicBezTo>
                <a:lnTo>
                  <a:pt x="122471" y="256697"/>
                </a:lnTo>
                <a:moveTo>
                  <a:pt x="429805" y="248735"/>
                </a:moveTo>
                <a:cubicBezTo>
                  <a:pt x="434599" y="248136"/>
                  <a:pt x="438186" y="244041"/>
                  <a:pt x="438149" y="239210"/>
                </a:cubicBezTo>
                <a:lnTo>
                  <a:pt x="438149" y="198938"/>
                </a:lnTo>
                <a:cubicBezTo>
                  <a:pt x="438186" y="194106"/>
                  <a:pt x="434599" y="190012"/>
                  <a:pt x="429805" y="189413"/>
                </a:cubicBezTo>
                <a:lnTo>
                  <a:pt x="386923" y="184060"/>
                </a:lnTo>
                <a:cubicBezTo>
                  <a:pt x="382552" y="163057"/>
                  <a:pt x="374246" y="143071"/>
                  <a:pt x="362444" y="125157"/>
                </a:cubicBezTo>
                <a:lnTo>
                  <a:pt x="389019" y="90962"/>
                </a:lnTo>
                <a:cubicBezTo>
                  <a:pt x="391963" y="87173"/>
                  <a:pt x="391628" y="81785"/>
                  <a:pt x="388238" y="78389"/>
                </a:cubicBezTo>
                <a:lnTo>
                  <a:pt x="359663" y="49814"/>
                </a:lnTo>
                <a:cubicBezTo>
                  <a:pt x="356267" y="46424"/>
                  <a:pt x="350879" y="46090"/>
                  <a:pt x="347090" y="49033"/>
                </a:cubicBezTo>
                <a:lnTo>
                  <a:pt x="312895" y="75703"/>
                </a:lnTo>
                <a:cubicBezTo>
                  <a:pt x="294978" y="63903"/>
                  <a:pt x="274993" y="55591"/>
                  <a:pt x="253992" y="51205"/>
                </a:cubicBezTo>
                <a:lnTo>
                  <a:pt x="248696" y="8381"/>
                </a:lnTo>
                <a:cubicBezTo>
                  <a:pt x="248097" y="3586"/>
                  <a:pt x="244003" y="0"/>
                  <a:pt x="239171" y="37"/>
                </a:cubicBezTo>
                <a:lnTo>
                  <a:pt x="198900" y="37"/>
                </a:lnTo>
                <a:cubicBezTo>
                  <a:pt x="194068" y="0"/>
                  <a:pt x="189974" y="3586"/>
                  <a:pt x="189375" y="8381"/>
                </a:cubicBezTo>
                <a:lnTo>
                  <a:pt x="184022" y="51243"/>
                </a:lnTo>
                <a:cubicBezTo>
                  <a:pt x="163047" y="55638"/>
                  <a:pt x="143090" y="63950"/>
                  <a:pt x="125195" y="75741"/>
                </a:cubicBezTo>
                <a:lnTo>
                  <a:pt x="91001" y="49167"/>
                </a:lnTo>
                <a:cubicBezTo>
                  <a:pt x="87211" y="46223"/>
                  <a:pt x="81823" y="46558"/>
                  <a:pt x="78428" y="49948"/>
                </a:cubicBezTo>
                <a:lnTo>
                  <a:pt x="49853" y="78523"/>
                </a:lnTo>
                <a:cubicBezTo>
                  <a:pt x="46462" y="81919"/>
                  <a:pt x="46128" y="87306"/>
                  <a:pt x="49071" y="91096"/>
                </a:cubicBezTo>
                <a:lnTo>
                  <a:pt x="75741" y="125386"/>
                </a:lnTo>
                <a:cubicBezTo>
                  <a:pt x="63939" y="143300"/>
                  <a:pt x="55633" y="163286"/>
                  <a:pt x="51262" y="184288"/>
                </a:cubicBezTo>
                <a:lnTo>
                  <a:pt x="8381" y="189641"/>
                </a:lnTo>
                <a:cubicBezTo>
                  <a:pt x="3586" y="190240"/>
                  <a:pt x="0" y="194335"/>
                  <a:pt x="37" y="199166"/>
                </a:cubicBezTo>
                <a:lnTo>
                  <a:pt x="37" y="239514"/>
                </a:lnTo>
                <a:cubicBezTo>
                  <a:pt x="0" y="244346"/>
                  <a:pt x="3586" y="248440"/>
                  <a:pt x="8381" y="249039"/>
                </a:cubicBezTo>
                <a:lnTo>
                  <a:pt x="51262" y="254392"/>
                </a:lnTo>
                <a:cubicBezTo>
                  <a:pt x="55633" y="275395"/>
                  <a:pt x="63939" y="295381"/>
                  <a:pt x="75741" y="313295"/>
                </a:cubicBezTo>
                <a:lnTo>
                  <a:pt x="49129" y="347185"/>
                </a:lnTo>
                <a:cubicBezTo>
                  <a:pt x="46185" y="350974"/>
                  <a:pt x="46519" y="356362"/>
                  <a:pt x="49910" y="359758"/>
                </a:cubicBezTo>
                <a:lnTo>
                  <a:pt x="78485" y="388333"/>
                </a:lnTo>
                <a:cubicBezTo>
                  <a:pt x="81881" y="391723"/>
                  <a:pt x="87268" y="392058"/>
                  <a:pt x="91058" y="389114"/>
                </a:cubicBezTo>
                <a:lnTo>
                  <a:pt x="125348" y="362539"/>
                </a:lnTo>
                <a:cubicBezTo>
                  <a:pt x="143265" y="374340"/>
                  <a:pt x="163249" y="382651"/>
                  <a:pt x="184250" y="387037"/>
                </a:cubicBezTo>
                <a:lnTo>
                  <a:pt x="189603" y="429900"/>
                </a:lnTo>
                <a:cubicBezTo>
                  <a:pt x="190202" y="434695"/>
                  <a:pt x="194297" y="438281"/>
                  <a:pt x="199128" y="438244"/>
                </a:cubicBezTo>
                <a:lnTo>
                  <a:pt x="239476" y="438244"/>
                </a:lnTo>
                <a:cubicBezTo>
                  <a:pt x="244308" y="438281"/>
                  <a:pt x="248402" y="434695"/>
                  <a:pt x="249001" y="429900"/>
                </a:cubicBezTo>
                <a:lnTo>
                  <a:pt x="254354" y="387038"/>
                </a:lnTo>
                <a:cubicBezTo>
                  <a:pt x="275355" y="382651"/>
                  <a:pt x="295340" y="374340"/>
                  <a:pt x="313257" y="362539"/>
                </a:cubicBezTo>
                <a:lnTo>
                  <a:pt x="347452" y="389114"/>
                </a:lnTo>
                <a:cubicBezTo>
                  <a:pt x="351241" y="392058"/>
                  <a:pt x="356629" y="391723"/>
                  <a:pt x="360025" y="388333"/>
                </a:cubicBezTo>
                <a:lnTo>
                  <a:pt x="388600" y="359758"/>
                </a:lnTo>
                <a:cubicBezTo>
                  <a:pt x="391990" y="356362"/>
                  <a:pt x="392325" y="350974"/>
                  <a:pt x="389381" y="347185"/>
                </a:cubicBezTo>
                <a:lnTo>
                  <a:pt x="362806" y="312990"/>
                </a:lnTo>
                <a:cubicBezTo>
                  <a:pt x="374608" y="295076"/>
                  <a:pt x="382914" y="275090"/>
                  <a:pt x="387285" y="254088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6693310" y="3107759"/>
            <a:ext cx="431963" cy="428624"/>
          </a:xfrm>
          <a:custGeom>
            <a:avLst/>
            <a:gdLst/>
            <a:ahLst/>
            <a:cxnLst/>
            <a:rect l="0" t="0" r="0" b="0"/>
            <a:pathLst>
              <a:path w="431963" h="428624">
                <a:moveTo>
                  <a:pt x="242034" y="23736"/>
                </a:moveTo>
                <a:cubicBezTo>
                  <a:pt x="233305" y="22517"/>
                  <a:pt x="224502" y="21906"/>
                  <a:pt x="215688" y="21907"/>
                </a:cubicBezTo>
                <a:cubicBezTo>
                  <a:pt x="111522" y="21907"/>
                  <a:pt x="27093" y="106356"/>
                  <a:pt x="27093" y="210502"/>
                </a:cubicBezTo>
                <a:cubicBezTo>
                  <a:pt x="27093" y="225780"/>
                  <a:pt x="28903" y="240639"/>
                  <a:pt x="32332" y="254850"/>
                </a:cubicBezTo>
                <a:moveTo>
                  <a:pt x="269676" y="391267"/>
                </a:moveTo>
                <a:cubicBezTo>
                  <a:pt x="252155" y="396487"/>
                  <a:pt x="233969" y="399131"/>
                  <a:pt x="215688" y="399116"/>
                </a:cubicBezTo>
                <a:cubicBezTo>
                  <a:pt x="201711" y="399122"/>
                  <a:pt x="187776" y="397576"/>
                  <a:pt x="174140" y="394506"/>
                </a:cubicBezTo>
                <a:moveTo>
                  <a:pt x="395787" y="154362"/>
                </a:moveTo>
                <a:cubicBezTo>
                  <a:pt x="401436" y="172539"/>
                  <a:pt x="404300" y="191467"/>
                  <a:pt x="404283" y="210502"/>
                </a:cubicBezTo>
                <a:cubicBezTo>
                  <a:pt x="404312" y="235013"/>
                  <a:pt x="399549" y="259294"/>
                  <a:pt x="390262" y="281978"/>
                </a:cubicBezTo>
                <a:moveTo>
                  <a:pt x="272838" y="250507"/>
                </a:moveTo>
                <a:cubicBezTo>
                  <a:pt x="242358" y="280987"/>
                  <a:pt x="190923" y="280987"/>
                  <a:pt x="160443" y="250507"/>
                </a:cubicBezTo>
                <a:moveTo>
                  <a:pt x="324273" y="174307"/>
                </a:moveTo>
                <a:cubicBezTo>
                  <a:pt x="318558" y="164782"/>
                  <a:pt x="305223" y="159067"/>
                  <a:pt x="288078" y="159067"/>
                </a:cubicBezTo>
                <a:cubicBezTo>
                  <a:pt x="270933" y="159067"/>
                  <a:pt x="257598" y="164782"/>
                  <a:pt x="251883" y="174307"/>
                </a:cubicBezTo>
                <a:moveTo>
                  <a:pt x="107103" y="174307"/>
                </a:moveTo>
                <a:cubicBezTo>
                  <a:pt x="112818" y="164782"/>
                  <a:pt x="128058" y="159067"/>
                  <a:pt x="143298" y="159067"/>
                </a:cubicBezTo>
                <a:cubicBezTo>
                  <a:pt x="158538" y="159067"/>
                  <a:pt x="173778" y="164782"/>
                  <a:pt x="177588" y="174307"/>
                </a:cubicBezTo>
                <a:moveTo>
                  <a:pt x="420533" y="13335"/>
                </a:moveTo>
                <a:cubicBezTo>
                  <a:pt x="409103" y="0"/>
                  <a:pt x="388147" y="0"/>
                  <a:pt x="376717" y="13335"/>
                </a:cubicBezTo>
                <a:lnTo>
                  <a:pt x="357667" y="32385"/>
                </a:lnTo>
                <a:lnTo>
                  <a:pt x="338617" y="13335"/>
                </a:lnTo>
                <a:cubicBezTo>
                  <a:pt x="327188" y="0"/>
                  <a:pt x="306233" y="0"/>
                  <a:pt x="294803" y="13335"/>
                </a:cubicBezTo>
                <a:cubicBezTo>
                  <a:pt x="283373" y="26669"/>
                  <a:pt x="283373" y="45719"/>
                  <a:pt x="294803" y="59054"/>
                </a:cubicBezTo>
                <a:lnTo>
                  <a:pt x="350047" y="116204"/>
                </a:lnTo>
                <a:cubicBezTo>
                  <a:pt x="353858" y="120015"/>
                  <a:pt x="359572" y="120015"/>
                  <a:pt x="363383" y="116204"/>
                </a:cubicBezTo>
                <a:lnTo>
                  <a:pt x="418628" y="59054"/>
                </a:lnTo>
                <a:cubicBezTo>
                  <a:pt x="431963" y="45719"/>
                  <a:pt x="431963" y="26669"/>
                  <a:pt x="420533" y="13335"/>
                </a:cubicBezTo>
                <a:close/>
                <a:moveTo>
                  <a:pt x="154633" y="306781"/>
                </a:moveTo>
                <a:cubicBezTo>
                  <a:pt x="140574" y="292722"/>
                  <a:pt x="119504" y="292722"/>
                  <a:pt x="105445" y="306781"/>
                </a:cubicBezTo>
                <a:lnTo>
                  <a:pt x="84357" y="327869"/>
                </a:lnTo>
                <a:lnTo>
                  <a:pt x="63269" y="306781"/>
                </a:lnTo>
                <a:cubicBezTo>
                  <a:pt x="49210" y="292722"/>
                  <a:pt x="28122" y="292722"/>
                  <a:pt x="14063" y="306781"/>
                </a:cubicBezTo>
                <a:cubicBezTo>
                  <a:pt x="0" y="321086"/>
                  <a:pt x="0" y="344024"/>
                  <a:pt x="14063" y="358330"/>
                </a:cubicBezTo>
                <a:lnTo>
                  <a:pt x="77309" y="423938"/>
                </a:lnTo>
                <a:cubicBezTo>
                  <a:pt x="82014" y="428624"/>
                  <a:pt x="89043" y="428624"/>
                  <a:pt x="91387" y="423938"/>
                </a:cubicBezTo>
                <a:lnTo>
                  <a:pt x="154633" y="358330"/>
                </a:lnTo>
                <a:cubicBezTo>
                  <a:pt x="166348" y="341928"/>
                  <a:pt x="166348" y="318496"/>
                  <a:pt x="154633" y="306781"/>
                </a:cubicBezTo>
                <a:close/>
                <a:moveTo>
                  <a:pt x="418227" y="333374"/>
                </a:moveTo>
                <a:cubicBezTo>
                  <a:pt x="406797" y="321945"/>
                  <a:pt x="389652" y="321945"/>
                  <a:pt x="380127" y="333374"/>
                </a:cubicBezTo>
                <a:lnTo>
                  <a:pt x="362982" y="350520"/>
                </a:lnTo>
                <a:lnTo>
                  <a:pt x="345837" y="333374"/>
                </a:lnTo>
                <a:cubicBezTo>
                  <a:pt x="334407" y="321945"/>
                  <a:pt x="317262" y="321945"/>
                  <a:pt x="307737" y="333374"/>
                </a:cubicBezTo>
                <a:cubicBezTo>
                  <a:pt x="296307" y="344804"/>
                  <a:pt x="296307" y="361949"/>
                  <a:pt x="307737" y="373379"/>
                </a:cubicBezTo>
                <a:lnTo>
                  <a:pt x="357267" y="424815"/>
                </a:lnTo>
                <a:cubicBezTo>
                  <a:pt x="361077" y="428624"/>
                  <a:pt x="364887" y="428624"/>
                  <a:pt x="368697" y="424815"/>
                </a:cubicBezTo>
                <a:lnTo>
                  <a:pt x="418227" y="373379"/>
                </a:lnTo>
                <a:cubicBezTo>
                  <a:pt x="429657" y="361949"/>
                  <a:pt x="429657" y="344804"/>
                  <a:pt x="418227" y="333374"/>
                </a:cubicBezTo>
                <a:close/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290122" y="3107785"/>
            <a:ext cx="438150" cy="432867"/>
          </a:xfrm>
          <a:custGeom>
            <a:avLst/>
            <a:gdLst/>
            <a:ahLst/>
            <a:cxnLst/>
            <a:rect l="0" t="0" r="0" b="0"/>
            <a:pathLst>
              <a:path w="438150" h="432867">
                <a:moveTo>
                  <a:pt x="0" y="313938"/>
                </a:moveTo>
                <a:cubicBezTo>
                  <a:pt x="0" y="342166"/>
                  <a:pt x="22883" y="365049"/>
                  <a:pt x="51111" y="365049"/>
                </a:cubicBezTo>
                <a:cubicBezTo>
                  <a:pt x="79339" y="365049"/>
                  <a:pt x="102222" y="342166"/>
                  <a:pt x="102222" y="313938"/>
                </a:cubicBezTo>
                <a:cubicBezTo>
                  <a:pt x="102222" y="285710"/>
                  <a:pt x="79339" y="262827"/>
                  <a:pt x="51111" y="262827"/>
                </a:cubicBezTo>
                <a:cubicBezTo>
                  <a:pt x="22883" y="262827"/>
                  <a:pt x="0" y="285710"/>
                  <a:pt x="0" y="313938"/>
                </a:cubicBezTo>
                <a:moveTo>
                  <a:pt x="131730" y="432867"/>
                </a:moveTo>
                <a:cubicBezTo>
                  <a:pt x="121287" y="408410"/>
                  <a:pt x="100302" y="390018"/>
                  <a:pt x="74686" y="382872"/>
                </a:cubicBezTo>
                <a:cubicBezTo>
                  <a:pt x="49070" y="375726"/>
                  <a:pt x="21595" y="380600"/>
                  <a:pt x="0" y="396120"/>
                </a:cubicBezTo>
                <a:moveTo>
                  <a:pt x="335927" y="313938"/>
                </a:moveTo>
                <a:cubicBezTo>
                  <a:pt x="335927" y="342166"/>
                  <a:pt x="358810" y="365049"/>
                  <a:pt x="387038" y="365049"/>
                </a:cubicBezTo>
                <a:cubicBezTo>
                  <a:pt x="415266" y="365049"/>
                  <a:pt x="438150" y="342166"/>
                  <a:pt x="438150" y="313938"/>
                </a:cubicBezTo>
                <a:cubicBezTo>
                  <a:pt x="438150" y="285710"/>
                  <a:pt x="415266" y="262827"/>
                  <a:pt x="387038" y="262827"/>
                </a:cubicBezTo>
                <a:cubicBezTo>
                  <a:pt x="358810" y="262827"/>
                  <a:pt x="335927" y="285710"/>
                  <a:pt x="335927" y="313938"/>
                </a:cubicBezTo>
                <a:moveTo>
                  <a:pt x="306419" y="432867"/>
                </a:moveTo>
                <a:cubicBezTo>
                  <a:pt x="316862" y="408410"/>
                  <a:pt x="337847" y="390018"/>
                  <a:pt x="363463" y="382872"/>
                </a:cubicBezTo>
                <a:cubicBezTo>
                  <a:pt x="389079" y="375726"/>
                  <a:pt x="416554" y="380600"/>
                  <a:pt x="438149" y="396120"/>
                </a:cubicBezTo>
                <a:moveTo>
                  <a:pt x="153352" y="299327"/>
                </a:moveTo>
                <a:cubicBezTo>
                  <a:pt x="153343" y="335631"/>
                  <a:pt x="182770" y="365066"/>
                  <a:pt x="219075" y="365066"/>
                </a:cubicBezTo>
                <a:cubicBezTo>
                  <a:pt x="255379" y="365066"/>
                  <a:pt x="284806" y="335631"/>
                  <a:pt x="284797" y="299327"/>
                </a:cubicBezTo>
                <a:cubicBezTo>
                  <a:pt x="284806" y="263023"/>
                  <a:pt x="255379" y="233588"/>
                  <a:pt x="219075" y="233588"/>
                </a:cubicBezTo>
                <a:cubicBezTo>
                  <a:pt x="182770" y="233588"/>
                  <a:pt x="153343" y="263023"/>
                  <a:pt x="153352" y="299327"/>
                </a:cubicBezTo>
                <a:moveTo>
                  <a:pt x="306419" y="432867"/>
                </a:moveTo>
                <a:cubicBezTo>
                  <a:pt x="284036" y="408278"/>
                  <a:pt x="252325" y="394262"/>
                  <a:pt x="219075" y="394262"/>
                </a:cubicBezTo>
                <a:cubicBezTo>
                  <a:pt x="185823" y="394262"/>
                  <a:pt x="154113" y="408278"/>
                  <a:pt x="131730" y="432867"/>
                </a:cubicBezTo>
                <a:moveTo>
                  <a:pt x="189871" y="131458"/>
                </a:moveTo>
                <a:cubicBezTo>
                  <a:pt x="189871" y="115330"/>
                  <a:pt x="202946" y="102255"/>
                  <a:pt x="219075" y="102255"/>
                </a:cubicBezTo>
                <a:cubicBezTo>
                  <a:pt x="235203" y="102255"/>
                  <a:pt x="248278" y="115330"/>
                  <a:pt x="248278" y="131458"/>
                </a:cubicBezTo>
                <a:cubicBezTo>
                  <a:pt x="248278" y="147587"/>
                  <a:pt x="235203" y="160662"/>
                  <a:pt x="219075" y="160662"/>
                </a:cubicBezTo>
                <a:cubicBezTo>
                  <a:pt x="202946" y="160662"/>
                  <a:pt x="189871" y="147587"/>
                  <a:pt x="189871" y="131458"/>
                </a:cubicBezTo>
                <a:moveTo>
                  <a:pt x="162801" y="202896"/>
                </a:moveTo>
                <a:lnTo>
                  <a:pt x="134112" y="209544"/>
                </a:lnTo>
                <a:cubicBezTo>
                  <a:pt x="122967" y="212037"/>
                  <a:pt x="111497" y="206983"/>
                  <a:pt x="105816" y="197076"/>
                </a:cubicBezTo>
                <a:cubicBezTo>
                  <a:pt x="100135" y="187169"/>
                  <a:pt x="101566" y="174718"/>
                  <a:pt x="109347" y="166358"/>
                </a:cubicBezTo>
                <a:lnTo>
                  <a:pt x="129368" y="144717"/>
                </a:lnTo>
                <a:cubicBezTo>
                  <a:pt x="136302" y="137231"/>
                  <a:pt x="136302" y="125667"/>
                  <a:pt x="129368" y="118181"/>
                </a:cubicBezTo>
                <a:lnTo>
                  <a:pt x="109308" y="96559"/>
                </a:lnTo>
                <a:cubicBezTo>
                  <a:pt x="101540" y="88193"/>
                  <a:pt x="100115" y="75748"/>
                  <a:pt x="105793" y="65843"/>
                </a:cubicBezTo>
                <a:cubicBezTo>
                  <a:pt x="111470" y="55939"/>
                  <a:pt x="122929" y="50878"/>
                  <a:pt x="134073" y="53353"/>
                </a:cubicBezTo>
                <a:lnTo>
                  <a:pt x="162763" y="60002"/>
                </a:lnTo>
                <a:cubicBezTo>
                  <a:pt x="172706" y="62275"/>
                  <a:pt x="182707" y="56441"/>
                  <a:pt x="185623" y="46667"/>
                </a:cubicBezTo>
                <a:lnTo>
                  <a:pt x="194309" y="18454"/>
                </a:lnTo>
                <a:cubicBezTo>
                  <a:pt x="197600" y="7500"/>
                  <a:pt x="207684" y="0"/>
                  <a:pt x="219122" y="0"/>
                </a:cubicBezTo>
                <a:cubicBezTo>
                  <a:pt x="230560" y="0"/>
                  <a:pt x="240644" y="7500"/>
                  <a:pt x="243935" y="18454"/>
                </a:cubicBezTo>
                <a:lnTo>
                  <a:pt x="252545" y="46743"/>
                </a:lnTo>
                <a:cubicBezTo>
                  <a:pt x="255461" y="56517"/>
                  <a:pt x="265462" y="62351"/>
                  <a:pt x="275405" y="60078"/>
                </a:cubicBezTo>
                <a:lnTo>
                  <a:pt x="303980" y="53430"/>
                </a:lnTo>
                <a:cubicBezTo>
                  <a:pt x="315125" y="50954"/>
                  <a:pt x="326584" y="56015"/>
                  <a:pt x="332261" y="65919"/>
                </a:cubicBezTo>
                <a:cubicBezTo>
                  <a:pt x="337938" y="75824"/>
                  <a:pt x="336514" y="88270"/>
                  <a:pt x="328745" y="96635"/>
                </a:cubicBezTo>
                <a:lnTo>
                  <a:pt x="308762" y="118181"/>
                </a:lnTo>
                <a:cubicBezTo>
                  <a:pt x="301846" y="125674"/>
                  <a:pt x="301846" y="137223"/>
                  <a:pt x="308762" y="144717"/>
                </a:cubicBezTo>
                <a:lnTo>
                  <a:pt x="328841" y="166358"/>
                </a:lnTo>
                <a:cubicBezTo>
                  <a:pt x="336621" y="174718"/>
                  <a:pt x="338052" y="187169"/>
                  <a:pt x="332371" y="197076"/>
                </a:cubicBezTo>
                <a:cubicBezTo>
                  <a:pt x="326690" y="206983"/>
                  <a:pt x="315220" y="212037"/>
                  <a:pt x="304076" y="209544"/>
                </a:cubicBezTo>
                <a:lnTo>
                  <a:pt x="275501" y="202896"/>
                </a:lnTo>
                <a:moveTo>
                  <a:pt x="284778" y="299270"/>
                </a:moveTo>
                <a:cubicBezTo>
                  <a:pt x="241901" y="301352"/>
                  <a:pt x="199894" y="286678"/>
                  <a:pt x="167640" y="258350"/>
                </a:cubicBezTo>
                <a:moveTo>
                  <a:pt x="10972" y="282392"/>
                </a:moveTo>
                <a:cubicBezTo>
                  <a:pt x="36199" y="304265"/>
                  <a:pt x="68891" y="315565"/>
                  <a:pt x="102241" y="313938"/>
                </a:cubicBezTo>
                <a:moveTo>
                  <a:pt x="438150" y="313938"/>
                </a:moveTo>
                <a:cubicBezTo>
                  <a:pt x="404800" y="315565"/>
                  <a:pt x="372108" y="304265"/>
                  <a:pt x="346881" y="282392"/>
                </a:cubicBezTo>
              </a:path>
            </a:pathLst>
          </a:custGeom>
          <a:noFill/>
          <a:ln w="14287">
            <a:solidFill>
              <a:srgbClr val="484848"/>
            </a:solidFill>
          </a:ln>
        </p:spPr>
        <p:txBody>
          <a:bodyPr rtlCol="0" anchor="ctr"/>
          <a:lstStyle/>
          <a:p>
            <a:pPr algn="ctr" defTabSz="457200"/>
            <a:endParaRPr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295089" y="852919"/>
            <a:ext cx="5601822" cy="4434775"/>
          </a:xfrm>
          <a:custGeom>
            <a:avLst/>
            <a:gdLst/>
            <a:ahLst/>
            <a:cxnLst/>
            <a:rect l="0" t="0" r="0" b="0"/>
            <a:pathLst>
              <a:path w="5601822" h="4434775">
                <a:moveTo>
                  <a:pt x="5601822" y="1633864"/>
                </a:moveTo>
                <a:lnTo>
                  <a:pt x="5601822" y="1419328"/>
                </a:lnTo>
                <a:lnTo>
                  <a:pt x="2800911" y="0"/>
                </a:lnTo>
                <a:lnTo>
                  <a:pt x="0" y="1419328"/>
                </a:lnTo>
                <a:lnTo>
                  <a:pt x="0" y="1633864"/>
                </a:lnTo>
                <a:lnTo>
                  <a:pt x="100032" y="1633864"/>
                </a:lnTo>
                <a:lnTo>
                  <a:pt x="100032" y="1833929"/>
                </a:lnTo>
                <a:cubicBezTo>
                  <a:pt x="155275" y="1833929"/>
                  <a:pt x="200065" y="1878719"/>
                  <a:pt x="200065" y="1933962"/>
                </a:cubicBezTo>
                <a:lnTo>
                  <a:pt x="5401757" y="1933962"/>
                </a:lnTo>
                <a:cubicBezTo>
                  <a:pt x="5401757" y="1878719"/>
                  <a:pt x="5446546" y="1833929"/>
                  <a:pt x="5501789" y="1833929"/>
                </a:cubicBezTo>
                <a:lnTo>
                  <a:pt x="5501789" y="1633864"/>
                </a:lnTo>
                <a:lnTo>
                  <a:pt x="5601822" y="1633864"/>
                </a:lnTo>
                <a:moveTo>
                  <a:pt x="0" y="4234710"/>
                </a:moveTo>
                <a:cubicBezTo>
                  <a:pt x="55242" y="4234710"/>
                  <a:pt x="100032" y="4189921"/>
                  <a:pt x="100032" y="4134678"/>
                </a:cubicBezTo>
                <a:lnTo>
                  <a:pt x="5501789" y="4134678"/>
                </a:lnTo>
                <a:cubicBezTo>
                  <a:pt x="5501789" y="4189921"/>
                  <a:pt x="5546579" y="4234710"/>
                  <a:pt x="5601822" y="4234710"/>
                </a:cubicBezTo>
                <a:lnTo>
                  <a:pt x="5601822" y="4434775"/>
                </a:lnTo>
                <a:lnTo>
                  <a:pt x="0" y="4434775"/>
                </a:lnTo>
                <a:lnTo>
                  <a:pt x="0" y="4234710"/>
                </a:lnTo>
              </a:path>
            </a:pathLst>
          </a:custGeom>
          <a:gradFill rotWithShape="1">
            <a:gsLst>
              <a:gs pos="0">
                <a:srgbClr val="C8C8C8"/>
              </a:gs>
              <a:gs pos="100000">
                <a:srgbClr val="A3A3A3"/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95089" y="852919"/>
            <a:ext cx="5601822" cy="4434775"/>
          </a:xfrm>
          <a:custGeom>
            <a:avLst/>
            <a:gdLst/>
            <a:ahLst/>
            <a:cxnLst/>
            <a:rect l="0" t="0" r="0" b="0"/>
            <a:pathLst>
              <a:path w="5601822" h="4434775">
                <a:moveTo>
                  <a:pt x="200065" y="1933962"/>
                </a:moveTo>
                <a:lnTo>
                  <a:pt x="5401757" y="1933962"/>
                </a:lnTo>
                <a:cubicBezTo>
                  <a:pt x="5401757" y="1878716"/>
                  <a:pt x="5446543" y="1833929"/>
                  <a:pt x="5501789" y="1833929"/>
                </a:cubicBezTo>
                <a:lnTo>
                  <a:pt x="100032" y="1833929"/>
                </a:lnTo>
                <a:cubicBezTo>
                  <a:pt x="155278" y="1833929"/>
                  <a:pt x="200065" y="1878716"/>
                  <a:pt x="200065" y="1933962"/>
                </a:cubicBezTo>
                <a:close/>
                <a:moveTo>
                  <a:pt x="5501789" y="1633864"/>
                </a:moveTo>
                <a:lnTo>
                  <a:pt x="100032" y="1633864"/>
                </a:lnTo>
                <a:lnTo>
                  <a:pt x="100032" y="1833929"/>
                </a:lnTo>
                <a:lnTo>
                  <a:pt x="5501789" y="1833929"/>
                </a:lnTo>
                <a:lnTo>
                  <a:pt x="5501789" y="1633864"/>
                </a:lnTo>
                <a:close/>
                <a:moveTo>
                  <a:pt x="5601822" y="4434775"/>
                </a:moveTo>
                <a:lnTo>
                  <a:pt x="0" y="4434775"/>
                </a:lnTo>
                <a:lnTo>
                  <a:pt x="0" y="4234710"/>
                </a:lnTo>
                <a:lnTo>
                  <a:pt x="5601822" y="4234710"/>
                </a:lnTo>
                <a:lnTo>
                  <a:pt x="5601822" y="4434775"/>
                </a:lnTo>
                <a:close/>
                <a:moveTo>
                  <a:pt x="100032" y="4134678"/>
                </a:moveTo>
                <a:lnTo>
                  <a:pt x="5501789" y="4134678"/>
                </a:lnTo>
                <a:cubicBezTo>
                  <a:pt x="5501789" y="4189924"/>
                  <a:pt x="5546575" y="4234710"/>
                  <a:pt x="5601822" y="4234710"/>
                </a:cubicBezTo>
                <a:lnTo>
                  <a:pt x="0" y="4234710"/>
                </a:lnTo>
                <a:cubicBezTo>
                  <a:pt x="55246" y="4234710"/>
                  <a:pt x="100032" y="4189924"/>
                  <a:pt x="100032" y="4134678"/>
                </a:cubicBezTo>
                <a:close/>
                <a:moveTo>
                  <a:pt x="2800911" y="0"/>
                </a:moveTo>
                <a:lnTo>
                  <a:pt x="5601822" y="1419330"/>
                </a:lnTo>
                <a:lnTo>
                  <a:pt x="5601822" y="1633864"/>
                </a:lnTo>
                <a:lnTo>
                  <a:pt x="0" y="1633864"/>
                </a:lnTo>
                <a:lnTo>
                  <a:pt x="0" y="1419330"/>
                </a:lnTo>
                <a:lnTo>
                  <a:pt x="2800911" y="0"/>
                </a:ln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724396" y="1086327"/>
            <a:ext cx="4751545" cy="1200390"/>
          </a:xfrm>
          <a:custGeom>
            <a:avLst/>
            <a:gdLst/>
            <a:ahLst/>
            <a:cxnLst/>
            <a:rect l="0" t="0" r="0" b="0"/>
            <a:pathLst>
              <a:path w="4751545" h="1200390">
                <a:moveTo>
                  <a:pt x="2371604" y="0"/>
                </a:moveTo>
                <a:lnTo>
                  <a:pt x="0" y="1200390"/>
                </a:lnTo>
                <a:lnTo>
                  <a:pt x="4751545" y="1200390"/>
                </a:lnTo>
                <a:lnTo>
                  <a:pt x="2371604" y="0"/>
                </a:ln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7696521" y="2786881"/>
            <a:ext cx="1000325" cy="2201207"/>
            <a:chOff x="4601496" y="2334092"/>
            <a:chExt cx="1000325" cy="2201207"/>
          </a:xfrm>
        </p:grpSpPr>
        <p:sp>
          <p:nvSpPr>
            <p:cNvPr id="5" name="Rounded Rectangle 4"/>
            <p:cNvSpPr/>
            <p:nvPr/>
          </p:nvSpPr>
          <p:spPr>
            <a:xfrm>
              <a:off x="4601496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4651513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FFEF63"/>
                </a:gs>
                <a:gs pos="100000">
                  <a:srgbClr val="FFE60A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7696521" y="2786880"/>
            <a:ext cx="1000325" cy="2201204"/>
            <a:chOff x="4601496" y="2334092"/>
            <a:chExt cx="1000325" cy="2201204"/>
          </a:xfrm>
        </p:grpSpPr>
        <p:sp>
          <p:nvSpPr>
            <p:cNvPr id="8" name="Rounded Rectangle 7"/>
            <p:cNvSpPr/>
            <p:nvPr/>
          </p:nvSpPr>
          <p:spPr>
            <a:xfrm>
              <a:off x="4601496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4651513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296066" y="2786881"/>
            <a:ext cx="1000325" cy="2201207"/>
            <a:chOff x="3201041" y="2334092"/>
            <a:chExt cx="1000325" cy="2201207"/>
          </a:xfrm>
        </p:grpSpPr>
        <p:sp>
          <p:nvSpPr>
            <p:cNvPr id="11" name="Rounded Rectangle 10"/>
            <p:cNvSpPr/>
            <p:nvPr/>
          </p:nvSpPr>
          <p:spPr>
            <a:xfrm>
              <a:off x="3201041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3251057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CFF976"/>
                </a:gs>
                <a:gs pos="100000">
                  <a:srgbClr val="A8DD38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6296066" y="2786880"/>
            <a:ext cx="1000325" cy="2201204"/>
            <a:chOff x="3201041" y="2334092"/>
            <a:chExt cx="1000325" cy="2201204"/>
          </a:xfrm>
        </p:grpSpPr>
        <p:sp>
          <p:nvSpPr>
            <p:cNvPr id="14" name="Rounded Rectangle 13"/>
            <p:cNvSpPr/>
            <p:nvPr/>
          </p:nvSpPr>
          <p:spPr>
            <a:xfrm>
              <a:off x="3201041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3251057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895610" y="2786881"/>
            <a:ext cx="1000325" cy="2201207"/>
            <a:chOff x="1800585" y="2334092"/>
            <a:chExt cx="1000325" cy="2201207"/>
          </a:xfrm>
        </p:grpSpPr>
        <p:sp>
          <p:nvSpPr>
            <p:cNvPr id="17" name="Rounded Rectangle 16"/>
            <p:cNvSpPr/>
            <p:nvPr/>
          </p:nvSpPr>
          <p:spPr>
            <a:xfrm>
              <a:off x="1800585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1850601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83FAC1"/>
                </a:gs>
                <a:gs pos="100000">
                  <a:srgbClr val="44E095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4895610" y="2786880"/>
            <a:ext cx="1000325" cy="2201204"/>
            <a:chOff x="1800585" y="2334092"/>
            <a:chExt cx="1000325" cy="2201204"/>
          </a:xfrm>
        </p:grpSpPr>
        <p:sp>
          <p:nvSpPr>
            <p:cNvPr id="20" name="Rounded Rectangle 19"/>
            <p:cNvSpPr/>
            <p:nvPr/>
          </p:nvSpPr>
          <p:spPr>
            <a:xfrm>
              <a:off x="1800585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850601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3495155" y="2786881"/>
            <a:ext cx="1000325" cy="2201207"/>
            <a:chOff x="400130" y="2334092"/>
            <a:chExt cx="1000325" cy="2201207"/>
          </a:xfrm>
        </p:grpSpPr>
        <p:sp>
          <p:nvSpPr>
            <p:cNvPr id="23" name="Rounded Rectangle 22"/>
            <p:cNvSpPr/>
            <p:nvPr/>
          </p:nvSpPr>
          <p:spPr>
            <a:xfrm>
              <a:off x="400130" y="2334092"/>
              <a:ext cx="1000325" cy="2201207"/>
            </a:xfrm>
            <a:custGeom>
              <a:avLst/>
              <a:gdLst/>
              <a:ahLst/>
              <a:cxnLst/>
              <a:rect l="0" t="0" r="0" b="0"/>
              <a:pathLst>
                <a:path w="1000325" h="2201207">
                  <a:moveTo>
                    <a:pt x="200065" y="400621"/>
                  </a:moveTo>
                  <a:lnTo>
                    <a:pt x="800260" y="400621"/>
                  </a:lnTo>
                  <a:lnTo>
                    <a:pt x="900292" y="1801077"/>
                  </a:lnTo>
                  <a:lnTo>
                    <a:pt x="100032" y="1801077"/>
                  </a:lnTo>
                  <a:lnTo>
                    <a:pt x="200065" y="400621"/>
                  </a:lnTo>
                  <a:moveTo>
                    <a:pt x="900292" y="200556"/>
                  </a:moveTo>
                  <a:cubicBezTo>
                    <a:pt x="845049" y="200556"/>
                    <a:pt x="800260" y="245338"/>
                    <a:pt x="800260" y="300589"/>
                  </a:cubicBezTo>
                  <a:lnTo>
                    <a:pt x="200065" y="300589"/>
                  </a:lnTo>
                  <a:cubicBezTo>
                    <a:pt x="200065" y="245338"/>
                    <a:pt x="155275" y="200556"/>
                    <a:pt x="100032" y="200556"/>
                  </a:cubicBezTo>
                  <a:lnTo>
                    <a:pt x="100032" y="0"/>
                  </a:lnTo>
                  <a:lnTo>
                    <a:pt x="900292" y="0"/>
                  </a:lnTo>
                  <a:lnTo>
                    <a:pt x="900292" y="200548"/>
                  </a:lnTo>
                  <a:moveTo>
                    <a:pt x="1000325" y="2001142"/>
                  </a:moveTo>
                  <a:cubicBezTo>
                    <a:pt x="945082" y="2001142"/>
                    <a:pt x="900292" y="1956353"/>
                    <a:pt x="900292" y="1901110"/>
                  </a:cubicBezTo>
                  <a:lnTo>
                    <a:pt x="100032" y="1901110"/>
                  </a:lnTo>
                  <a:cubicBezTo>
                    <a:pt x="100032" y="1956353"/>
                    <a:pt x="55242" y="2001142"/>
                    <a:pt x="0" y="2001142"/>
                  </a:cubicBezTo>
                  <a:lnTo>
                    <a:pt x="0" y="2201207"/>
                  </a:lnTo>
                  <a:lnTo>
                    <a:pt x="1000325" y="2201207"/>
                  </a:lnTo>
                  <a:lnTo>
                    <a:pt x="1000325" y="2001142"/>
                  </a:ln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450146" y="2634682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gradFill rotWithShape="1">
              <a:gsLst>
                <a:gs pos="0">
                  <a:srgbClr val="7FDFFF"/>
                </a:gs>
                <a:gs pos="100000">
                  <a:srgbClr val="1AC6FF"/>
                </a:gs>
              </a:gsLst>
              <a:lin ang="5400000" scaled="1"/>
            </a:gradFill>
            <a:ln>
              <a:noFill/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3495155" y="2786880"/>
            <a:ext cx="1000325" cy="2201204"/>
            <a:chOff x="400130" y="2334092"/>
            <a:chExt cx="1000325" cy="2201204"/>
          </a:xfrm>
        </p:grpSpPr>
        <p:sp>
          <p:nvSpPr>
            <p:cNvPr id="26" name="Rounded Rectangle 25"/>
            <p:cNvSpPr/>
            <p:nvPr/>
          </p:nvSpPr>
          <p:spPr>
            <a:xfrm>
              <a:off x="400130" y="2334092"/>
              <a:ext cx="1000325" cy="2201204"/>
            </a:xfrm>
            <a:custGeom>
              <a:avLst/>
              <a:gdLst/>
              <a:ahLst/>
              <a:cxnLst/>
              <a:rect l="0" t="0" r="0" b="0"/>
              <a:pathLst>
                <a:path w="1000325" h="2201204">
                  <a:moveTo>
                    <a:pt x="200065" y="400618"/>
                  </a:moveTo>
                  <a:lnTo>
                    <a:pt x="800260" y="400618"/>
                  </a:lnTo>
                  <a:lnTo>
                    <a:pt x="900292" y="1801074"/>
                  </a:lnTo>
                  <a:lnTo>
                    <a:pt x="100032" y="1801074"/>
                  </a:lnTo>
                  <a:lnTo>
                    <a:pt x="200065" y="400618"/>
                  </a:lnTo>
                  <a:close/>
                  <a:moveTo>
                    <a:pt x="100032" y="0"/>
                  </a:moveTo>
                  <a:lnTo>
                    <a:pt x="900292" y="0"/>
                  </a:lnTo>
                  <a:lnTo>
                    <a:pt x="900292" y="200551"/>
                  </a:lnTo>
                  <a:lnTo>
                    <a:pt x="100032" y="200551"/>
                  </a:lnTo>
                  <a:lnTo>
                    <a:pt x="100032" y="0"/>
                  </a:lnTo>
                  <a:close/>
                  <a:moveTo>
                    <a:pt x="0" y="2001140"/>
                  </a:moveTo>
                  <a:lnTo>
                    <a:pt x="1000325" y="2001140"/>
                  </a:lnTo>
                  <a:lnTo>
                    <a:pt x="1000325" y="2201204"/>
                  </a:lnTo>
                  <a:lnTo>
                    <a:pt x="0" y="2201204"/>
                  </a:lnTo>
                  <a:lnTo>
                    <a:pt x="0" y="2001140"/>
                  </a:lnTo>
                  <a:close/>
                  <a:moveTo>
                    <a:pt x="100032" y="200553"/>
                  </a:moveTo>
                  <a:lnTo>
                    <a:pt x="900292" y="200553"/>
                  </a:lnTo>
                  <a:cubicBezTo>
                    <a:pt x="845046" y="200553"/>
                    <a:pt x="800260" y="245339"/>
                    <a:pt x="800260" y="300586"/>
                  </a:cubicBezTo>
                  <a:lnTo>
                    <a:pt x="200065" y="300586"/>
                  </a:lnTo>
                  <a:cubicBezTo>
                    <a:pt x="200065" y="245339"/>
                    <a:pt x="155278" y="200553"/>
                    <a:pt x="100032" y="200553"/>
                  </a:cubicBezTo>
                  <a:close/>
                  <a:moveTo>
                    <a:pt x="0" y="2001139"/>
                  </a:moveTo>
                  <a:lnTo>
                    <a:pt x="1000325" y="2001139"/>
                  </a:lnTo>
                  <a:cubicBezTo>
                    <a:pt x="945079" y="2001139"/>
                    <a:pt x="900292" y="1956352"/>
                    <a:pt x="900292" y="1901106"/>
                  </a:cubicBezTo>
                  <a:lnTo>
                    <a:pt x="100032" y="1901106"/>
                  </a:lnTo>
                  <a:cubicBezTo>
                    <a:pt x="100032" y="1956352"/>
                    <a:pt x="55246" y="2001139"/>
                    <a:pt x="0" y="2001139"/>
                  </a:cubicBezTo>
                  <a:close/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450146" y="2634678"/>
              <a:ext cx="900292" cy="1600520"/>
            </a:xfrm>
            <a:custGeom>
              <a:avLst/>
              <a:gdLst/>
              <a:ahLst/>
              <a:cxnLst/>
              <a:rect l="0" t="0" r="0" b="0"/>
              <a:pathLst>
                <a:path w="900292" h="1600520">
                  <a:moveTo>
                    <a:pt x="175056" y="0"/>
                  </a:moveTo>
                  <a:lnTo>
                    <a:pt x="725235" y="0"/>
                  </a:lnTo>
                  <a:cubicBezTo>
                    <a:pt x="725235" y="0"/>
                    <a:pt x="825268" y="0"/>
                    <a:pt x="825268" y="50016"/>
                  </a:cubicBezTo>
                  <a:lnTo>
                    <a:pt x="825268" y="50016"/>
                  </a:lnTo>
                  <a:cubicBezTo>
                    <a:pt x="825268" y="50016"/>
                    <a:pt x="825268" y="100032"/>
                    <a:pt x="725235" y="100032"/>
                  </a:cubicBezTo>
                  <a:lnTo>
                    <a:pt x="175056" y="100032"/>
                  </a:lnTo>
                  <a:cubicBezTo>
                    <a:pt x="175056" y="100032"/>
                    <a:pt x="75024" y="100032"/>
                    <a:pt x="75024" y="50016"/>
                  </a:cubicBezTo>
                  <a:lnTo>
                    <a:pt x="75024" y="50016"/>
                  </a:lnTo>
                  <a:cubicBezTo>
                    <a:pt x="75024" y="50016"/>
                    <a:pt x="75024" y="0"/>
                    <a:pt x="175056" y="0"/>
                  </a:cubicBezTo>
                  <a:moveTo>
                    <a:pt x="100032" y="1500488"/>
                  </a:moveTo>
                  <a:lnTo>
                    <a:pt x="800260" y="1500488"/>
                  </a:lnTo>
                  <a:cubicBezTo>
                    <a:pt x="800260" y="1500488"/>
                    <a:pt x="900292" y="1500488"/>
                    <a:pt x="900292" y="1550504"/>
                  </a:cubicBezTo>
                  <a:lnTo>
                    <a:pt x="900292" y="1550504"/>
                  </a:lnTo>
                  <a:cubicBezTo>
                    <a:pt x="900292" y="1550504"/>
                    <a:pt x="900292" y="1600520"/>
                    <a:pt x="800260" y="1600520"/>
                  </a:cubicBezTo>
                  <a:lnTo>
                    <a:pt x="100032" y="1600520"/>
                  </a:lnTo>
                  <a:cubicBezTo>
                    <a:pt x="100032" y="1600520"/>
                    <a:pt x="0" y="1600520"/>
                    <a:pt x="0" y="1550504"/>
                  </a:cubicBezTo>
                  <a:lnTo>
                    <a:pt x="0" y="1550504"/>
                  </a:lnTo>
                  <a:cubicBezTo>
                    <a:pt x="0" y="1550504"/>
                    <a:pt x="0" y="1500488"/>
                    <a:pt x="100032" y="1500488"/>
                  </a:cubicBezTo>
                </a:path>
              </a:pathLst>
            </a:custGeom>
            <a:noFill/>
            <a:ln w="12504">
              <a:solidFill>
                <a:srgbClr val="484848"/>
              </a:solidFill>
            </a:ln>
          </p:spPr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5082893" y="1803227"/>
            <a:ext cx="2026196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484848"/>
                </a:solidFill>
                <a:latin typeface="Roboto"/>
              </a:rPr>
              <a:t>StrawMan Digital Notification
Platform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97550" y="5454903"/>
            <a:ext cx="995464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484848"/>
                </a:solidFill>
                <a:latin typeface="Roboto"/>
              </a:rPr>
              <a:t>Cross Channel
Delivery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04606" y="5454903"/>
            <a:ext cx="782265" cy="3693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484848"/>
                </a:solidFill>
                <a:latin typeface="Roboto"/>
              </a:rPr>
              <a:t>AI-Assisted
Authoring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3296" y="5404887"/>
            <a:ext cx="985847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484848"/>
                </a:solidFill>
                <a:latin typeface="Roboto"/>
              </a:rPr>
              <a:t>Low Code/No-
Code Self
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65280" y="5404398"/>
            <a:ext cx="1062790" cy="55399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484848"/>
                </a:solidFill>
                <a:latin typeface="Roboto"/>
              </a:rPr>
              <a:t>Personalization
and Contextual
Delivery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08439" y="1297580"/>
            <a:ext cx="375122" cy="376437"/>
          </a:xfrm>
          <a:custGeom>
            <a:avLst/>
            <a:gdLst/>
            <a:ahLst/>
            <a:cxnLst/>
            <a:rect l="0" t="0" r="0" b="0"/>
            <a:pathLst>
              <a:path w="375122" h="376437">
                <a:moveTo>
                  <a:pt x="134209" y="303080"/>
                </a:moveTo>
                <a:lnTo>
                  <a:pt x="114203" y="303080"/>
                </a:lnTo>
                <a:cubicBezTo>
                  <a:pt x="95864" y="303080"/>
                  <a:pt x="80859" y="319752"/>
                  <a:pt x="80859" y="339758"/>
                </a:cubicBezTo>
                <a:lnTo>
                  <a:pt x="80859" y="358098"/>
                </a:lnTo>
                <a:cubicBezTo>
                  <a:pt x="80859" y="368101"/>
                  <a:pt x="87528" y="376437"/>
                  <a:pt x="97531" y="376437"/>
                </a:cubicBezTo>
                <a:lnTo>
                  <a:pt x="277590" y="376437"/>
                </a:lnTo>
                <a:cubicBezTo>
                  <a:pt x="285926" y="376437"/>
                  <a:pt x="294262" y="368101"/>
                  <a:pt x="294262" y="358098"/>
                </a:cubicBezTo>
                <a:lnTo>
                  <a:pt x="294262" y="339758"/>
                </a:lnTo>
                <a:cubicBezTo>
                  <a:pt x="294262" y="319752"/>
                  <a:pt x="279257" y="303080"/>
                  <a:pt x="260918" y="303080"/>
                </a:cubicBezTo>
                <a:lnTo>
                  <a:pt x="204233" y="303080"/>
                </a:lnTo>
                <a:moveTo>
                  <a:pt x="169221" y="326421"/>
                </a:moveTo>
                <a:cubicBezTo>
                  <a:pt x="189478" y="326421"/>
                  <a:pt x="205900" y="309999"/>
                  <a:pt x="205900" y="289742"/>
                </a:cubicBezTo>
                <a:cubicBezTo>
                  <a:pt x="205900" y="269485"/>
                  <a:pt x="189478" y="253063"/>
                  <a:pt x="169221" y="253063"/>
                </a:cubicBezTo>
                <a:cubicBezTo>
                  <a:pt x="148964" y="253063"/>
                  <a:pt x="132542" y="269485"/>
                  <a:pt x="132542" y="289742"/>
                </a:cubicBezTo>
                <a:cubicBezTo>
                  <a:pt x="132542" y="309999"/>
                  <a:pt x="148964" y="326421"/>
                  <a:pt x="169221" y="326421"/>
                </a:cubicBezTo>
                <a:close/>
                <a:moveTo>
                  <a:pt x="5001" y="123858"/>
                </a:moveTo>
                <a:cubicBezTo>
                  <a:pt x="2239" y="123858"/>
                  <a:pt x="0" y="121619"/>
                  <a:pt x="0" y="118857"/>
                </a:cubicBezTo>
                <a:cubicBezTo>
                  <a:pt x="0" y="116095"/>
                  <a:pt x="2239" y="113855"/>
                  <a:pt x="5001" y="113855"/>
                </a:cubicBezTo>
                <a:moveTo>
                  <a:pt x="5001" y="123858"/>
                </a:moveTo>
                <a:cubicBezTo>
                  <a:pt x="7763" y="123858"/>
                  <a:pt x="10002" y="121619"/>
                  <a:pt x="10002" y="118857"/>
                </a:cubicBezTo>
                <a:cubicBezTo>
                  <a:pt x="10002" y="116095"/>
                  <a:pt x="7763" y="113855"/>
                  <a:pt x="5001" y="113855"/>
                </a:cubicBezTo>
                <a:moveTo>
                  <a:pt x="48350" y="180541"/>
                </a:moveTo>
                <a:cubicBezTo>
                  <a:pt x="45588" y="180541"/>
                  <a:pt x="43349" y="178302"/>
                  <a:pt x="43349" y="175540"/>
                </a:cubicBezTo>
                <a:cubicBezTo>
                  <a:pt x="43349" y="172777"/>
                  <a:pt x="45588" y="170538"/>
                  <a:pt x="48350" y="170538"/>
                </a:cubicBezTo>
                <a:moveTo>
                  <a:pt x="48348" y="180541"/>
                </a:moveTo>
                <a:cubicBezTo>
                  <a:pt x="51110" y="180541"/>
                  <a:pt x="53349" y="178302"/>
                  <a:pt x="53349" y="175540"/>
                </a:cubicBezTo>
                <a:cubicBezTo>
                  <a:pt x="53349" y="172777"/>
                  <a:pt x="51110" y="170538"/>
                  <a:pt x="48348" y="170538"/>
                </a:cubicBezTo>
                <a:moveTo>
                  <a:pt x="88364" y="233894"/>
                </a:moveTo>
                <a:cubicBezTo>
                  <a:pt x="85601" y="233894"/>
                  <a:pt x="83362" y="231655"/>
                  <a:pt x="83362" y="228892"/>
                </a:cubicBezTo>
                <a:cubicBezTo>
                  <a:pt x="83362" y="226130"/>
                  <a:pt x="85601" y="223891"/>
                  <a:pt x="88364" y="223891"/>
                </a:cubicBezTo>
                <a:moveTo>
                  <a:pt x="88361" y="233894"/>
                </a:moveTo>
                <a:cubicBezTo>
                  <a:pt x="91123" y="233894"/>
                  <a:pt x="93363" y="231655"/>
                  <a:pt x="93363" y="228892"/>
                </a:cubicBezTo>
                <a:cubicBezTo>
                  <a:pt x="93363" y="226130"/>
                  <a:pt x="91123" y="223891"/>
                  <a:pt x="88361" y="223891"/>
                </a:cubicBezTo>
                <a:moveTo>
                  <a:pt x="370120" y="123858"/>
                </a:moveTo>
                <a:cubicBezTo>
                  <a:pt x="372882" y="123858"/>
                  <a:pt x="375122" y="121619"/>
                  <a:pt x="375122" y="118857"/>
                </a:cubicBezTo>
                <a:cubicBezTo>
                  <a:pt x="375122" y="116095"/>
                  <a:pt x="372882" y="113855"/>
                  <a:pt x="370120" y="113855"/>
                </a:cubicBezTo>
                <a:moveTo>
                  <a:pt x="370122" y="123858"/>
                </a:moveTo>
                <a:cubicBezTo>
                  <a:pt x="367361" y="123858"/>
                  <a:pt x="365120" y="121619"/>
                  <a:pt x="365120" y="118857"/>
                </a:cubicBezTo>
                <a:cubicBezTo>
                  <a:pt x="365120" y="116095"/>
                  <a:pt x="367361" y="113855"/>
                  <a:pt x="370122" y="113855"/>
                </a:cubicBezTo>
                <a:moveTo>
                  <a:pt x="326772" y="180541"/>
                </a:moveTo>
                <a:cubicBezTo>
                  <a:pt x="329535" y="180541"/>
                  <a:pt x="331774" y="178302"/>
                  <a:pt x="331774" y="175540"/>
                </a:cubicBezTo>
                <a:cubicBezTo>
                  <a:pt x="331774" y="172777"/>
                  <a:pt x="329535" y="170538"/>
                  <a:pt x="326772" y="170538"/>
                </a:cubicBezTo>
                <a:moveTo>
                  <a:pt x="326772" y="180541"/>
                </a:moveTo>
                <a:cubicBezTo>
                  <a:pt x="324012" y="180541"/>
                  <a:pt x="321771" y="178302"/>
                  <a:pt x="321771" y="175540"/>
                </a:cubicBezTo>
                <a:cubicBezTo>
                  <a:pt x="321771" y="172777"/>
                  <a:pt x="324012" y="170538"/>
                  <a:pt x="326772" y="170538"/>
                </a:cubicBezTo>
                <a:moveTo>
                  <a:pt x="286759" y="233894"/>
                </a:moveTo>
                <a:cubicBezTo>
                  <a:pt x="289522" y="233894"/>
                  <a:pt x="291761" y="231655"/>
                  <a:pt x="291761" y="228892"/>
                </a:cubicBezTo>
                <a:cubicBezTo>
                  <a:pt x="291761" y="226130"/>
                  <a:pt x="289522" y="223891"/>
                  <a:pt x="286759" y="223891"/>
                </a:cubicBezTo>
                <a:moveTo>
                  <a:pt x="286759" y="233894"/>
                </a:moveTo>
                <a:cubicBezTo>
                  <a:pt x="283997" y="233894"/>
                  <a:pt x="281758" y="231655"/>
                  <a:pt x="281758" y="228892"/>
                </a:cubicBezTo>
                <a:cubicBezTo>
                  <a:pt x="281758" y="226130"/>
                  <a:pt x="283997" y="223891"/>
                  <a:pt x="286759" y="223891"/>
                </a:cubicBezTo>
                <a:moveTo>
                  <a:pt x="187561" y="150518"/>
                </a:moveTo>
                <a:cubicBezTo>
                  <a:pt x="183493" y="150518"/>
                  <a:pt x="179425" y="154586"/>
                  <a:pt x="179425" y="158654"/>
                </a:cubicBezTo>
                <a:cubicBezTo>
                  <a:pt x="179425" y="162722"/>
                  <a:pt x="183493" y="166790"/>
                  <a:pt x="187561" y="166790"/>
                </a:cubicBezTo>
                <a:moveTo>
                  <a:pt x="187559" y="150518"/>
                </a:moveTo>
                <a:cubicBezTo>
                  <a:pt x="191627" y="150518"/>
                  <a:pt x="195695" y="154586"/>
                  <a:pt x="195695" y="158654"/>
                </a:cubicBezTo>
                <a:cubicBezTo>
                  <a:pt x="195695" y="162722"/>
                  <a:pt x="191627" y="166790"/>
                  <a:pt x="187559" y="166790"/>
                </a:cubicBezTo>
                <a:moveTo>
                  <a:pt x="309602" y="56953"/>
                </a:moveTo>
                <a:cubicBezTo>
                  <a:pt x="238410" y="0"/>
                  <a:pt x="136709" y="0"/>
                  <a:pt x="65518" y="56953"/>
                </a:cubicBezTo>
                <a:moveTo>
                  <a:pt x="116369" y="103735"/>
                </a:moveTo>
                <a:cubicBezTo>
                  <a:pt x="157051" y="69156"/>
                  <a:pt x="218072" y="69156"/>
                  <a:pt x="258752" y="103735"/>
                </a:cubicBez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803587" y="3796030"/>
            <a:ext cx="383458" cy="383458"/>
          </a:xfrm>
          <a:custGeom>
            <a:avLst/>
            <a:gdLst/>
            <a:ahLst/>
            <a:cxnLst/>
            <a:rect l="0" t="0" r="0" b="0"/>
            <a:pathLst>
              <a:path w="383458" h="383458">
                <a:moveTo>
                  <a:pt x="133376" y="316769"/>
                </a:moveTo>
                <a:lnTo>
                  <a:pt x="250081" y="316769"/>
                </a:lnTo>
                <a:moveTo>
                  <a:pt x="191729" y="283425"/>
                </a:moveTo>
                <a:lnTo>
                  <a:pt x="191729" y="316769"/>
                </a:lnTo>
                <a:moveTo>
                  <a:pt x="50016" y="233409"/>
                </a:moveTo>
                <a:lnTo>
                  <a:pt x="250081" y="233409"/>
                </a:lnTo>
                <a:moveTo>
                  <a:pt x="16672" y="0"/>
                </a:moveTo>
                <a:lnTo>
                  <a:pt x="83360" y="0"/>
                </a:lnTo>
                <a:cubicBezTo>
                  <a:pt x="83360" y="0"/>
                  <a:pt x="100032" y="0"/>
                  <a:pt x="100032" y="16672"/>
                </a:cubicBezTo>
                <a:lnTo>
                  <a:pt x="100032" y="133376"/>
                </a:lnTo>
                <a:cubicBezTo>
                  <a:pt x="100032" y="133376"/>
                  <a:pt x="100032" y="150048"/>
                  <a:pt x="83360" y="150048"/>
                </a:cubicBezTo>
                <a:lnTo>
                  <a:pt x="16672" y="150048"/>
                </a:lnTo>
                <a:cubicBezTo>
                  <a:pt x="16672" y="150048"/>
                  <a:pt x="0" y="150048"/>
                  <a:pt x="0" y="133376"/>
                </a:cubicBezTo>
                <a:lnTo>
                  <a:pt x="0" y="16672"/>
                </a:lnTo>
                <a:cubicBezTo>
                  <a:pt x="0" y="16672"/>
                  <a:pt x="0" y="0"/>
                  <a:pt x="16672" y="0"/>
                </a:cubicBezTo>
                <a:moveTo>
                  <a:pt x="300097" y="233409"/>
                </a:moveTo>
                <a:lnTo>
                  <a:pt x="366785" y="233409"/>
                </a:lnTo>
                <a:cubicBezTo>
                  <a:pt x="366785" y="233409"/>
                  <a:pt x="383458" y="233409"/>
                  <a:pt x="383458" y="250081"/>
                </a:cubicBezTo>
                <a:lnTo>
                  <a:pt x="383458" y="366785"/>
                </a:lnTo>
                <a:cubicBezTo>
                  <a:pt x="383458" y="366785"/>
                  <a:pt x="383458" y="383458"/>
                  <a:pt x="366785" y="383458"/>
                </a:cubicBezTo>
                <a:lnTo>
                  <a:pt x="300097" y="383458"/>
                </a:lnTo>
                <a:cubicBezTo>
                  <a:pt x="300097" y="383458"/>
                  <a:pt x="283425" y="383458"/>
                  <a:pt x="283425" y="366785"/>
                </a:cubicBezTo>
                <a:lnTo>
                  <a:pt x="283425" y="250081"/>
                </a:lnTo>
                <a:cubicBezTo>
                  <a:pt x="283425" y="250081"/>
                  <a:pt x="283425" y="233409"/>
                  <a:pt x="300097" y="233409"/>
                </a:cubicBezTo>
                <a:moveTo>
                  <a:pt x="283425" y="350113"/>
                </a:moveTo>
                <a:lnTo>
                  <a:pt x="383458" y="350113"/>
                </a:lnTo>
                <a:moveTo>
                  <a:pt x="133376" y="83360"/>
                </a:moveTo>
                <a:lnTo>
                  <a:pt x="308433" y="83360"/>
                </a:lnTo>
                <a:cubicBezTo>
                  <a:pt x="322245" y="83360"/>
                  <a:pt x="333441" y="94556"/>
                  <a:pt x="333441" y="108368"/>
                </a:cubicBezTo>
                <a:lnTo>
                  <a:pt x="333441" y="200065"/>
                </a:lnTo>
                <a:moveTo>
                  <a:pt x="250081" y="283425"/>
                </a:moveTo>
                <a:lnTo>
                  <a:pt x="75024" y="283425"/>
                </a:lnTo>
                <a:cubicBezTo>
                  <a:pt x="61212" y="283425"/>
                  <a:pt x="50016" y="272229"/>
                  <a:pt x="50016" y="258417"/>
                </a:cubicBezTo>
                <a:lnTo>
                  <a:pt x="50016" y="183392"/>
                </a:ln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5204043" y="3796030"/>
            <a:ext cx="383458" cy="383458"/>
          </a:xfrm>
          <a:custGeom>
            <a:avLst/>
            <a:gdLst/>
            <a:ahLst/>
            <a:cxnLst/>
            <a:rect l="0" t="0" r="0" b="0"/>
            <a:pathLst>
              <a:path w="383458" h="383458">
                <a:moveTo>
                  <a:pt x="316769" y="189111"/>
                </a:moveTo>
                <a:lnTo>
                  <a:pt x="261118" y="66688"/>
                </a:lnTo>
                <a:lnTo>
                  <a:pt x="205466" y="189111"/>
                </a:lnTo>
                <a:moveTo>
                  <a:pt x="304432" y="161986"/>
                </a:moveTo>
                <a:lnTo>
                  <a:pt x="217804" y="161986"/>
                </a:lnTo>
                <a:moveTo>
                  <a:pt x="220905" y="283425"/>
                </a:moveTo>
                <a:lnTo>
                  <a:pt x="350113" y="283425"/>
                </a:lnTo>
                <a:cubicBezTo>
                  <a:pt x="368529" y="283425"/>
                  <a:pt x="383458" y="268496"/>
                  <a:pt x="383458" y="250081"/>
                </a:cubicBezTo>
                <a:lnTo>
                  <a:pt x="383458" y="33344"/>
                </a:lnTo>
                <a:cubicBezTo>
                  <a:pt x="383458" y="14928"/>
                  <a:pt x="368529" y="0"/>
                  <a:pt x="350113" y="0"/>
                </a:cubicBezTo>
                <a:lnTo>
                  <a:pt x="50016" y="0"/>
                </a:lnTo>
                <a:cubicBezTo>
                  <a:pt x="31600" y="0"/>
                  <a:pt x="16672" y="14928"/>
                  <a:pt x="16672" y="33344"/>
                </a:cubicBezTo>
                <a:lnTo>
                  <a:pt x="16672" y="185893"/>
                </a:lnTo>
                <a:moveTo>
                  <a:pt x="183392" y="366785"/>
                </a:moveTo>
                <a:cubicBezTo>
                  <a:pt x="183392" y="375993"/>
                  <a:pt x="175928" y="383458"/>
                  <a:pt x="166720" y="383458"/>
                </a:cubicBezTo>
                <a:lnTo>
                  <a:pt x="16672" y="383458"/>
                </a:lnTo>
                <a:cubicBezTo>
                  <a:pt x="7464" y="383458"/>
                  <a:pt x="0" y="375993"/>
                  <a:pt x="0" y="366785"/>
                </a:cubicBezTo>
                <a:lnTo>
                  <a:pt x="0" y="308433"/>
                </a:lnTo>
                <a:cubicBezTo>
                  <a:pt x="0" y="257791"/>
                  <a:pt x="41053" y="216737"/>
                  <a:pt x="91696" y="216737"/>
                </a:cubicBezTo>
                <a:cubicBezTo>
                  <a:pt x="142339" y="216737"/>
                  <a:pt x="183392" y="257791"/>
                  <a:pt x="183392" y="308433"/>
                </a:cubicBezTo>
                <a:close/>
                <a:moveTo>
                  <a:pt x="0" y="333441"/>
                </a:moveTo>
                <a:lnTo>
                  <a:pt x="183392" y="333441"/>
                </a:lnTo>
                <a:moveTo>
                  <a:pt x="50016" y="287593"/>
                </a:moveTo>
                <a:cubicBezTo>
                  <a:pt x="50016" y="289895"/>
                  <a:pt x="51882" y="291761"/>
                  <a:pt x="54184" y="291761"/>
                </a:cubicBezTo>
                <a:cubicBezTo>
                  <a:pt x="56486" y="291761"/>
                  <a:pt x="58352" y="289895"/>
                  <a:pt x="58352" y="287593"/>
                </a:cubicBezTo>
                <a:cubicBezTo>
                  <a:pt x="58352" y="285291"/>
                  <a:pt x="56486" y="283425"/>
                  <a:pt x="54184" y="283425"/>
                </a:cubicBezTo>
                <a:cubicBezTo>
                  <a:pt x="51882" y="283425"/>
                  <a:pt x="50016" y="285291"/>
                  <a:pt x="50016" y="287593"/>
                </a:cubicBezTo>
                <a:moveTo>
                  <a:pt x="125040" y="287593"/>
                </a:moveTo>
                <a:cubicBezTo>
                  <a:pt x="125040" y="289895"/>
                  <a:pt x="126906" y="291761"/>
                  <a:pt x="129208" y="291761"/>
                </a:cubicBezTo>
                <a:cubicBezTo>
                  <a:pt x="131510" y="291761"/>
                  <a:pt x="133376" y="289895"/>
                  <a:pt x="133376" y="287593"/>
                </a:cubicBezTo>
                <a:cubicBezTo>
                  <a:pt x="133376" y="285291"/>
                  <a:pt x="131510" y="283425"/>
                  <a:pt x="129208" y="283425"/>
                </a:cubicBezTo>
                <a:cubicBezTo>
                  <a:pt x="126906" y="283425"/>
                  <a:pt x="125040" y="285291"/>
                  <a:pt x="125040" y="287593"/>
                </a:cubicBezTo>
                <a:moveTo>
                  <a:pt x="91696" y="183392"/>
                </a:moveTo>
                <a:lnTo>
                  <a:pt x="91696" y="216737"/>
                </a:lnTo>
                <a:moveTo>
                  <a:pt x="66688" y="158384"/>
                </a:moveTo>
                <a:cubicBezTo>
                  <a:pt x="66688" y="144573"/>
                  <a:pt x="77884" y="133376"/>
                  <a:pt x="91696" y="133376"/>
                </a:cubicBezTo>
                <a:cubicBezTo>
                  <a:pt x="105508" y="133376"/>
                  <a:pt x="116704" y="144573"/>
                  <a:pt x="116704" y="158384"/>
                </a:cubicBezTo>
                <a:cubicBezTo>
                  <a:pt x="116704" y="172196"/>
                  <a:pt x="105508" y="183392"/>
                  <a:pt x="91696" y="183392"/>
                </a:cubicBezTo>
                <a:cubicBezTo>
                  <a:pt x="77884" y="183392"/>
                  <a:pt x="66688" y="172196"/>
                  <a:pt x="66688" y="158384"/>
                </a:cubicBezTo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608666" y="3800198"/>
            <a:ext cx="376622" cy="375122"/>
          </a:xfrm>
          <a:custGeom>
            <a:avLst/>
            <a:gdLst/>
            <a:ahLst/>
            <a:cxnLst/>
            <a:rect l="0" t="0" r="0" b="0"/>
            <a:pathLst>
              <a:path w="376622" h="375122">
                <a:moveTo>
                  <a:pt x="171722" y="325105"/>
                </a:moveTo>
                <a:lnTo>
                  <a:pt x="125040" y="325105"/>
                </a:lnTo>
                <a:lnTo>
                  <a:pt x="138378" y="266753"/>
                </a:lnTo>
                <a:lnTo>
                  <a:pt x="171722" y="266753"/>
                </a:lnTo>
                <a:moveTo>
                  <a:pt x="88361" y="325105"/>
                </a:moveTo>
                <a:lnTo>
                  <a:pt x="125040" y="325105"/>
                </a:lnTo>
                <a:moveTo>
                  <a:pt x="0" y="208401"/>
                </a:moveTo>
                <a:lnTo>
                  <a:pt x="166720" y="208401"/>
                </a:lnTo>
                <a:moveTo>
                  <a:pt x="171722" y="266753"/>
                </a:moveTo>
                <a:lnTo>
                  <a:pt x="50016" y="266753"/>
                </a:lnTo>
                <a:cubicBezTo>
                  <a:pt x="21673" y="266753"/>
                  <a:pt x="0" y="245079"/>
                  <a:pt x="0" y="216737"/>
                </a:cubicBezTo>
                <a:lnTo>
                  <a:pt x="0" y="50016"/>
                </a:lnTo>
                <a:cubicBezTo>
                  <a:pt x="0" y="21673"/>
                  <a:pt x="21673" y="0"/>
                  <a:pt x="50016" y="0"/>
                </a:cubicBezTo>
                <a:lnTo>
                  <a:pt x="291761" y="0"/>
                </a:lnTo>
                <a:cubicBezTo>
                  <a:pt x="320104" y="0"/>
                  <a:pt x="341777" y="21673"/>
                  <a:pt x="341777" y="50016"/>
                </a:cubicBezTo>
                <a:moveTo>
                  <a:pt x="188394" y="71690"/>
                </a:moveTo>
                <a:cubicBezTo>
                  <a:pt x="178391" y="56685"/>
                  <a:pt x="163386" y="48349"/>
                  <a:pt x="145047" y="48349"/>
                </a:cubicBezTo>
                <a:cubicBezTo>
                  <a:pt x="115037" y="48349"/>
                  <a:pt x="91696" y="71690"/>
                  <a:pt x="91696" y="101700"/>
                </a:cubicBezTo>
                <a:cubicBezTo>
                  <a:pt x="91696" y="131710"/>
                  <a:pt x="115037" y="155050"/>
                  <a:pt x="145047" y="155050"/>
                </a:cubicBezTo>
                <a:lnTo>
                  <a:pt x="166720" y="155050"/>
                </a:lnTo>
                <a:moveTo>
                  <a:pt x="338276" y="375122"/>
                </a:moveTo>
                <a:lnTo>
                  <a:pt x="254916" y="375122"/>
                </a:lnTo>
                <a:cubicBezTo>
                  <a:pt x="234909" y="375122"/>
                  <a:pt x="218237" y="358449"/>
                  <a:pt x="218237" y="338443"/>
                </a:cubicBezTo>
                <a:lnTo>
                  <a:pt x="218237" y="146713"/>
                </a:lnTo>
                <a:cubicBezTo>
                  <a:pt x="218237" y="126707"/>
                  <a:pt x="234909" y="110035"/>
                  <a:pt x="254916" y="110035"/>
                </a:cubicBezTo>
                <a:lnTo>
                  <a:pt x="338276" y="110035"/>
                </a:lnTo>
                <a:cubicBezTo>
                  <a:pt x="358283" y="110035"/>
                  <a:pt x="374955" y="126707"/>
                  <a:pt x="374955" y="146713"/>
                </a:cubicBezTo>
                <a:lnTo>
                  <a:pt x="374955" y="338443"/>
                </a:lnTo>
                <a:cubicBezTo>
                  <a:pt x="376622" y="356782"/>
                  <a:pt x="359950" y="375122"/>
                  <a:pt x="338276" y="375122"/>
                </a:cubicBezTo>
                <a:close/>
                <a:moveTo>
                  <a:pt x="218237" y="256748"/>
                </a:moveTo>
                <a:lnTo>
                  <a:pt x="298263" y="256748"/>
                </a:lnTo>
                <a:cubicBezTo>
                  <a:pt x="318270" y="256748"/>
                  <a:pt x="333275" y="241743"/>
                  <a:pt x="333275" y="221737"/>
                </a:cubicBezTo>
                <a:cubicBezTo>
                  <a:pt x="333275" y="201730"/>
                  <a:pt x="318270" y="186727"/>
                  <a:pt x="298263" y="186727"/>
                </a:cubicBezTo>
                <a:cubicBezTo>
                  <a:pt x="288260" y="186727"/>
                  <a:pt x="278257" y="191729"/>
                  <a:pt x="271588" y="200065"/>
                </a:cubicBezTo>
                <a:cubicBezTo>
                  <a:pt x="268253" y="173389"/>
                  <a:pt x="246580" y="151715"/>
                  <a:pt x="218237" y="151715"/>
                </a:cubicBezTo>
                <a:moveTo>
                  <a:pt x="296654" y="340799"/>
                </a:moveTo>
                <a:cubicBezTo>
                  <a:pt x="305322" y="340799"/>
                  <a:pt x="312348" y="333773"/>
                  <a:pt x="312348" y="325105"/>
                </a:cubicBezTo>
                <a:cubicBezTo>
                  <a:pt x="312348" y="316439"/>
                  <a:pt x="305322" y="309412"/>
                  <a:pt x="296654" y="309412"/>
                </a:cubicBezTo>
                <a:cubicBezTo>
                  <a:pt x="287987" y="309412"/>
                  <a:pt x="280961" y="316439"/>
                  <a:pt x="280961" y="325105"/>
                </a:cubicBezTo>
                <a:cubicBezTo>
                  <a:pt x="280961" y="333773"/>
                  <a:pt x="287987" y="340799"/>
                  <a:pt x="296654" y="340799"/>
                </a:cubicBez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004953" y="3796030"/>
            <a:ext cx="383459" cy="383458"/>
          </a:xfrm>
          <a:custGeom>
            <a:avLst/>
            <a:gdLst/>
            <a:ahLst/>
            <a:cxnLst/>
            <a:rect l="0" t="0" r="0" b="0"/>
            <a:pathLst>
              <a:path w="383459" h="383458">
                <a:moveTo>
                  <a:pt x="383459" y="258417"/>
                </a:moveTo>
                <a:lnTo>
                  <a:pt x="383459" y="366785"/>
                </a:lnTo>
                <a:cubicBezTo>
                  <a:pt x="383459" y="375993"/>
                  <a:pt x="375995" y="383458"/>
                  <a:pt x="366787" y="383458"/>
                </a:cubicBezTo>
                <a:lnTo>
                  <a:pt x="200066" y="383458"/>
                </a:lnTo>
                <a:cubicBezTo>
                  <a:pt x="190858" y="383458"/>
                  <a:pt x="183394" y="375993"/>
                  <a:pt x="183394" y="366785"/>
                </a:cubicBezTo>
                <a:lnTo>
                  <a:pt x="183394" y="258417"/>
                </a:lnTo>
                <a:moveTo>
                  <a:pt x="383459" y="258417"/>
                </a:moveTo>
                <a:lnTo>
                  <a:pt x="383459" y="250081"/>
                </a:lnTo>
                <a:cubicBezTo>
                  <a:pt x="383459" y="240873"/>
                  <a:pt x="375995" y="233409"/>
                  <a:pt x="366787" y="233409"/>
                </a:cubicBezTo>
                <a:lnTo>
                  <a:pt x="200066" y="233409"/>
                </a:lnTo>
                <a:cubicBezTo>
                  <a:pt x="190858" y="233409"/>
                  <a:pt x="183394" y="240873"/>
                  <a:pt x="183394" y="250081"/>
                </a:cubicBezTo>
                <a:lnTo>
                  <a:pt x="183394" y="258417"/>
                </a:lnTo>
                <a:lnTo>
                  <a:pt x="270089" y="312651"/>
                </a:lnTo>
                <a:cubicBezTo>
                  <a:pt x="278198" y="317720"/>
                  <a:pt x="288488" y="317720"/>
                  <a:pt x="296598" y="312651"/>
                </a:cubicBezTo>
                <a:close/>
                <a:moveTo>
                  <a:pt x="133378" y="283425"/>
                </a:moveTo>
                <a:lnTo>
                  <a:pt x="1" y="283425"/>
                </a:lnTo>
                <a:cubicBezTo>
                  <a:pt x="0" y="240741"/>
                  <a:pt x="23300" y="201461"/>
                  <a:pt x="60760" y="180999"/>
                </a:cubicBezTo>
                <a:cubicBezTo>
                  <a:pt x="98220" y="160538"/>
                  <a:pt x="143862" y="162159"/>
                  <a:pt x="179776" y="185226"/>
                </a:cubicBezTo>
                <a:moveTo>
                  <a:pt x="186912" y="61269"/>
                </a:moveTo>
                <a:cubicBezTo>
                  <a:pt x="172201" y="67607"/>
                  <a:pt x="156349" y="70869"/>
                  <a:pt x="140330" y="70856"/>
                </a:cubicBezTo>
                <a:cubicBezTo>
                  <a:pt x="108388" y="70869"/>
                  <a:pt x="77816" y="57880"/>
                  <a:pt x="55653" y="34878"/>
                </a:cubicBezTo>
                <a:moveTo>
                  <a:pt x="45849" y="70856"/>
                </a:moveTo>
                <a:cubicBezTo>
                  <a:pt x="45849" y="109989"/>
                  <a:pt x="77573" y="141712"/>
                  <a:pt x="116706" y="141712"/>
                </a:cubicBezTo>
                <a:cubicBezTo>
                  <a:pt x="155839" y="141712"/>
                  <a:pt x="187562" y="109989"/>
                  <a:pt x="187562" y="70856"/>
                </a:cubicBezTo>
                <a:cubicBezTo>
                  <a:pt x="187562" y="31723"/>
                  <a:pt x="155839" y="0"/>
                  <a:pt x="116706" y="0"/>
                </a:cubicBezTo>
                <a:cubicBezTo>
                  <a:pt x="77573" y="0"/>
                  <a:pt x="45849" y="31723"/>
                  <a:pt x="45849" y="70856"/>
                </a:cubicBezTo>
                <a:close/>
              </a:path>
            </a:pathLst>
          </a:custGeom>
          <a:noFill/>
          <a:ln w="12504">
            <a:solidFill>
              <a:srgbClr val="484848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</Words>
  <Application>Microsoft Office PowerPoint</Application>
  <PresentationFormat>Widescreen</PresentationFormat>
  <Paragraphs>20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Roboto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2026-01-05T06:08:05Z</dcterms:created>
  <dcterms:modified xsi:type="dcterms:W3CDTF">2026-01-05T06:09:04Z</dcterms:modified>
</cp:coreProperties>
</file>