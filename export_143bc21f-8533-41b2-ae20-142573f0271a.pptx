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Group 13"/>
          <p:cNvGrpSpPr/>
          <p:nvPr/>
        </p:nvGrpSpPr>
        <p:grpSpPr>
          <a:xfrm>
            <a:off x="1589285" y="2595562"/>
            <a:ext cx="5976937" cy="695325"/>
            <a:chOff x="542925" y="1728787"/>
            <a:chExt cx="5976937" cy="695325"/>
          </a:xfrm>
        </p:grpSpPr>
        <p:sp>
          <p:nvSpPr>
            <p:cNvPr id="2" name="Rounded Rectangle 1"/>
            <p:cNvSpPr/>
            <p:nvPr/>
          </p:nvSpPr>
          <p:spPr>
            <a:xfrm>
              <a:off x="542925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366837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14412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9"/>
                    <a:pt x="55435" y="123825"/>
                    <a:pt x="123825" y="123825"/>
                  </a:cubicBezTo>
                  <a:cubicBezTo>
                    <a:pt x="192214" y="123825"/>
                    <a:pt x="247650" y="68389"/>
                    <a:pt x="247650" y="0"/>
                  </a:cubicBezTo>
                  <a:lnTo>
                    <a:pt x="180975" y="0"/>
                  </a:lnTo>
                  <a:cubicBezTo>
                    <a:pt x="180975" y="31565"/>
                    <a:pt x="155390" y="57150"/>
                    <a:pt x="123825" y="57150"/>
                  </a:cubicBezTo>
                  <a:cubicBezTo>
                    <a:pt x="92259" y="57150"/>
                    <a:pt x="66675" y="31565"/>
                    <a:pt x="66675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138362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962275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09850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9"/>
                    <a:pt x="55435" y="123825"/>
                    <a:pt x="123825" y="123825"/>
                  </a:cubicBezTo>
                  <a:cubicBezTo>
                    <a:pt x="192214" y="123825"/>
                    <a:pt x="247650" y="68389"/>
                    <a:pt x="247650" y="0"/>
                  </a:cubicBezTo>
                  <a:lnTo>
                    <a:pt x="180975" y="0"/>
                  </a:lnTo>
                  <a:cubicBezTo>
                    <a:pt x="180975" y="31565"/>
                    <a:pt x="155390" y="57150"/>
                    <a:pt x="123825" y="57150"/>
                  </a:cubicBezTo>
                  <a:cubicBezTo>
                    <a:pt x="92259" y="57150"/>
                    <a:pt x="66675" y="31565"/>
                    <a:pt x="66675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733800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57712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205287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9"/>
                    <a:pt x="55435" y="123825"/>
                    <a:pt x="123825" y="123825"/>
                  </a:cubicBezTo>
                  <a:cubicBezTo>
                    <a:pt x="192214" y="123825"/>
                    <a:pt x="247650" y="68389"/>
                    <a:pt x="247650" y="0"/>
                  </a:cubicBezTo>
                  <a:lnTo>
                    <a:pt x="180975" y="0"/>
                  </a:lnTo>
                  <a:cubicBezTo>
                    <a:pt x="180975" y="31565"/>
                    <a:pt x="155390" y="57150"/>
                    <a:pt x="123825" y="57150"/>
                  </a:cubicBezTo>
                  <a:cubicBezTo>
                    <a:pt x="92259" y="57150"/>
                    <a:pt x="66675" y="31565"/>
                    <a:pt x="66675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329237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153150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800725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9"/>
                    <a:pt x="55435" y="123825"/>
                    <a:pt x="123825" y="123825"/>
                  </a:cubicBezTo>
                  <a:cubicBezTo>
                    <a:pt x="192214" y="123825"/>
                    <a:pt x="247650" y="68389"/>
                    <a:pt x="247650" y="0"/>
                  </a:cubicBezTo>
                  <a:lnTo>
                    <a:pt x="180975" y="0"/>
                  </a:lnTo>
                  <a:cubicBezTo>
                    <a:pt x="180975" y="31565"/>
                    <a:pt x="155390" y="57150"/>
                    <a:pt x="123825" y="57150"/>
                  </a:cubicBezTo>
                  <a:cubicBezTo>
                    <a:pt x="92259" y="57150"/>
                    <a:pt x="66675" y="31565"/>
                    <a:pt x="66675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589285" y="1895475"/>
            <a:ext cx="5976937" cy="1395412"/>
            <a:chOff x="542925" y="1028700"/>
            <a:chExt cx="5976937" cy="1395412"/>
          </a:xfrm>
        </p:grpSpPr>
        <p:sp>
          <p:nvSpPr>
            <p:cNvPr id="15" name="Rounded Rectangle 14"/>
            <p:cNvSpPr/>
            <p:nvPr/>
          </p:nvSpPr>
          <p:spPr>
            <a:xfrm>
              <a:off x="542925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366837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014412" y="1028700"/>
              <a:ext cx="247650" cy="1038225"/>
            </a:xfrm>
            <a:custGeom>
              <a:avLst/>
              <a:gdLst/>
              <a:ahLst/>
              <a:cxnLst/>
              <a:rect l="0" t="0" r="0" b="0"/>
              <a:pathLst>
                <a:path w="247650" h="1038225">
                  <a:moveTo>
                    <a:pt x="0" y="914400"/>
                  </a:moveTo>
                  <a:cubicBezTo>
                    <a:pt x="0" y="982786"/>
                    <a:pt x="55438" y="1038225"/>
                    <a:pt x="123825" y="1038225"/>
                  </a:cubicBezTo>
                  <a:cubicBezTo>
                    <a:pt x="192211" y="1038225"/>
                    <a:pt x="247650" y="982786"/>
                    <a:pt x="247650" y="914400"/>
                  </a:cubicBezTo>
                  <a:lnTo>
                    <a:pt x="180975" y="914400"/>
                  </a:lnTo>
                  <a:cubicBezTo>
                    <a:pt x="180975" y="945962"/>
                    <a:pt x="155387" y="971550"/>
                    <a:pt x="123825" y="971550"/>
                  </a:cubicBezTo>
                  <a:cubicBezTo>
                    <a:pt x="92262" y="971550"/>
                    <a:pt x="66675" y="945962"/>
                    <a:pt x="66675" y="914400"/>
                  </a:cubicBezTo>
                  <a:lnTo>
                    <a:pt x="0" y="914400"/>
                  </a:lnTo>
                  <a:close/>
                  <a:moveTo>
                    <a:pt x="123825" y="228600"/>
                  </a:move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138362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962275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609850" y="1028700"/>
              <a:ext cx="247650" cy="1038225"/>
            </a:xfrm>
            <a:custGeom>
              <a:avLst/>
              <a:gdLst/>
              <a:ahLst/>
              <a:cxnLst/>
              <a:rect l="0" t="0" r="0" b="0"/>
              <a:pathLst>
                <a:path w="247650" h="1038225">
                  <a:moveTo>
                    <a:pt x="0" y="914400"/>
                  </a:moveTo>
                  <a:cubicBezTo>
                    <a:pt x="0" y="982786"/>
                    <a:pt x="55438" y="1038225"/>
                    <a:pt x="123825" y="1038225"/>
                  </a:cubicBezTo>
                  <a:cubicBezTo>
                    <a:pt x="192211" y="1038225"/>
                    <a:pt x="247650" y="982786"/>
                    <a:pt x="247650" y="914400"/>
                  </a:cubicBezTo>
                  <a:lnTo>
                    <a:pt x="180975" y="914400"/>
                  </a:lnTo>
                  <a:cubicBezTo>
                    <a:pt x="180975" y="945962"/>
                    <a:pt x="155387" y="971550"/>
                    <a:pt x="123825" y="971550"/>
                  </a:cubicBezTo>
                  <a:cubicBezTo>
                    <a:pt x="92262" y="971550"/>
                    <a:pt x="66675" y="945962"/>
                    <a:pt x="66675" y="914400"/>
                  </a:cubicBezTo>
                  <a:lnTo>
                    <a:pt x="0" y="914400"/>
                  </a:lnTo>
                  <a:close/>
                  <a:moveTo>
                    <a:pt x="123825" y="228600"/>
                  </a:move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733800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557712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205287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6"/>
                    <a:pt x="55438" y="123825"/>
                    <a:pt x="123825" y="123825"/>
                  </a:cubicBezTo>
                  <a:cubicBezTo>
                    <a:pt x="192211" y="123825"/>
                    <a:pt x="247650" y="68386"/>
                    <a:pt x="247650" y="0"/>
                  </a:cubicBezTo>
                  <a:lnTo>
                    <a:pt x="180975" y="0"/>
                  </a:lnTo>
                  <a:cubicBezTo>
                    <a:pt x="180975" y="31562"/>
                    <a:pt x="155387" y="57150"/>
                    <a:pt x="123825" y="57150"/>
                  </a:cubicBezTo>
                  <a:cubicBezTo>
                    <a:pt x="92262" y="57150"/>
                    <a:pt x="66675" y="31562"/>
                    <a:pt x="66675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329237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153150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329112" y="1028700"/>
              <a:ext cx="1719262" cy="1038225"/>
            </a:xfrm>
            <a:custGeom>
              <a:avLst/>
              <a:gdLst/>
              <a:ahLst/>
              <a:cxnLst/>
              <a:rect l="0" t="0" r="0" b="0"/>
              <a:pathLst>
                <a:path w="1719262" h="1038225">
                  <a:moveTo>
                    <a:pt x="1471612" y="914400"/>
                  </a:moveTo>
                  <a:cubicBezTo>
                    <a:pt x="1471612" y="982786"/>
                    <a:pt x="1527050" y="1038225"/>
                    <a:pt x="1595437" y="1038225"/>
                  </a:cubicBezTo>
                  <a:cubicBezTo>
                    <a:pt x="1663824" y="1038225"/>
                    <a:pt x="1719262" y="982786"/>
                    <a:pt x="1719262" y="914400"/>
                  </a:cubicBezTo>
                  <a:lnTo>
                    <a:pt x="1652587" y="914400"/>
                  </a:lnTo>
                  <a:cubicBezTo>
                    <a:pt x="1652587" y="945962"/>
                    <a:pt x="1627000" y="971550"/>
                    <a:pt x="1595437" y="971550"/>
                  </a:cubicBezTo>
                  <a:cubicBezTo>
                    <a:pt x="1563874" y="971550"/>
                    <a:pt x="1538287" y="945962"/>
                    <a:pt x="1538287" y="914400"/>
                  </a:cubicBezTo>
                  <a:lnTo>
                    <a:pt x="1471612" y="914400"/>
                  </a:lnTo>
                  <a:close/>
                  <a:moveTo>
                    <a:pt x="0" y="228600"/>
                  </a:moveTo>
                  <a:lnTo>
                    <a:pt x="0" y="0"/>
                  </a:lnTo>
                  <a:moveTo>
                    <a:pt x="1595437" y="228600"/>
                  </a:moveTo>
                  <a:lnTo>
                    <a:pt x="1595437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841697" y="2124075"/>
            <a:ext cx="685800" cy="1543050"/>
            <a:chOff x="795337" y="1257300"/>
            <a:chExt cx="685800" cy="1543050"/>
          </a:xfrm>
        </p:grpSpPr>
        <p:sp>
          <p:nvSpPr>
            <p:cNvPr id="28" name="Rounded Rectangle 27"/>
            <p:cNvSpPr/>
            <p:nvPr/>
          </p:nvSpPr>
          <p:spPr>
            <a:xfrm>
              <a:off x="795337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lnTo>
                    <a:pt x="114300" y="0"/>
                  </a:lnTo>
                  <a:moveTo>
                    <a:pt x="0" y="1200150"/>
                  </a:moveTo>
                  <a:cubicBezTo>
                    <a:pt x="0" y="1389526"/>
                    <a:pt x="153523" y="1543050"/>
                    <a:pt x="342900" y="1543050"/>
                  </a:cubicBezTo>
                  <a:cubicBezTo>
                    <a:pt x="532276" y="1543050"/>
                    <a:pt x="685800" y="1389526"/>
                    <a:pt x="685800" y="1200150"/>
                  </a:cubicBezTo>
                  <a:cubicBezTo>
                    <a:pt x="685800" y="1010773"/>
                    <a:pt x="532276" y="857250"/>
                    <a:pt x="342900" y="857250"/>
                  </a:cubicBezTo>
                  <a:cubicBezTo>
                    <a:pt x="153523" y="857250"/>
                    <a:pt x="0" y="1010773"/>
                    <a:pt x="0" y="1200150"/>
                  </a:cubicBez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81087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5"/>
                    <a:pt x="25584" y="57150"/>
                    <a:pt x="57150" y="57150"/>
                  </a:cubicBezTo>
                  <a:cubicBezTo>
                    <a:pt x="88715" y="57150"/>
                    <a:pt x="114300" y="31565"/>
                    <a:pt x="114300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841697" y="2124075"/>
            <a:ext cx="685800" cy="1543050"/>
            <a:chOff x="795337" y="1257300"/>
            <a:chExt cx="685800" cy="1543050"/>
          </a:xfrm>
        </p:grpSpPr>
        <p:sp>
          <p:nvSpPr>
            <p:cNvPr id="31" name="Rounded Rectangle 30"/>
            <p:cNvSpPr/>
            <p:nvPr/>
          </p:nvSpPr>
          <p:spPr>
            <a:xfrm>
              <a:off x="795337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close/>
                  <a:moveTo>
                    <a:pt x="0" y="1200150"/>
                  </a:moveTo>
                  <a:cubicBezTo>
                    <a:pt x="0" y="1389528"/>
                    <a:pt x="153521" y="1543050"/>
                    <a:pt x="342900" y="1543050"/>
                  </a:cubicBezTo>
                  <a:cubicBezTo>
                    <a:pt x="532278" y="1543050"/>
                    <a:pt x="685800" y="1389528"/>
                    <a:pt x="685800" y="1200150"/>
                  </a:cubicBezTo>
                  <a:cubicBezTo>
                    <a:pt x="685800" y="1010771"/>
                    <a:pt x="532278" y="857250"/>
                    <a:pt x="342900" y="857250"/>
                  </a:cubicBezTo>
                  <a:cubicBezTo>
                    <a:pt x="153521" y="857250"/>
                    <a:pt x="0" y="1010771"/>
                    <a:pt x="0" y="12001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81087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2"/>
                    <a:pt x="25587" y="57150"/>
                    <a:pt x="57150" y="57150"/>
                  </a:cubicBezTo>
                  <a:cubicBezTo>
                    <a:pt x="88712" y="57150"/>
                    <a:pt x="114300" y="31562"/>
                    <a:pt x="11430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437135" y="2124075"/>
            <a:ext cx="685800" cy="1543050"/>
            <a:chOff x="2390775" y="1257300"/>
            <a:chExt cx="685800" cy="1543050"/>
          </a:xfrm>
        </p:grpSpPr>
        <p:sp>
          <p:nvSpPr>
            <p:cNvPr id="34" name="Rounded Rectangle 33"/>
            <p:cNvSpPr/>
            <p:nvPr/>
          </p:nvSpPr>
          <p:spPr>
            <a:xfrm>
              <a:off x="2390775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lnTo>
                    <a:pt x="114300" y="0"/>
                  </a:lnTo>
                  <a:moveTo>
                    <a:pt x="0" y="1200150"/>
                  </a:moveTo>
                  <a:cubicBezTo>
                    <a:pt x="0" y="1389526"/>
                    <a:pt x="153523" y="1543050"/>
                    <a:pt x="342900" y="1543050"/>
                  </a:cubicBezTo>
                  <a:cubicBezTo>
                    <a:pt x="532276" y="1543050"/>
                    <a:pt x="685800" y="1389526"/>
                    <a:pt x="685800" y="1200150"/>
                  </a:cubicBezTo>
                  <a:cubicBezTo>
                    <a:pt x="685800" y="1010773"/>
                    <a:pt x="532276" y="857250"/>
                    <a:pt x="342900" y="857250"/>
                  </a:cubicBezTo>
                  <a:cubicBezTo>
                    <a:pt x="153523" y="857250"/>
                    <a:pt x="0" y="1010773"/>
                    <a:pt x="0" y="1200150"/>
                  </a:cubicBez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676525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5"/>
                    <a:pt x="25584" y="57150"/>
                    <a:pt x="57150" y="57150"/>
                  </a:cubicBezTo>
                  <a:cubicBezTo>
                    <a:pt x="88715" y="57150"/>
                    <a:pt x="114300" y="31565"/>
                    <a:pt x="114300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437135" y="2124075"/>
            <a:ext cx="685800" cy="1543050"/>
            <a:chOff x="2390775" y="1257300"/>
            <a:chExt cx="685800" cy="1543050"/>
          </a:xfrm>
        </p:grpSpPr>
        <p:sp>
          <p:nvSpPr>
            <p:cNvPr id="37" name="Rounded Rectangle 36"/>
            <p:cNvSpPr/>
            <p:nvPr/>
          </p:nvSpPr>
          <p:spPr>
            <a:xfrm>
              <a:off x="2390775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close/>
                  <a:moveTo>
                    <a:pt x="0" y="1200150"/>
                  </a:moveTo>
                  <a:cubicBezTo>
                    <a:pt x="0" y="1389528"/>
                    <a:pt x="153521" y="1543050"/>
                    <a:pt x="342900" y="1543050"/>
                  </a:cubicBezTo>
                  <a:cubicBezTo>
                    <a:pt x="532278" y="1543050"/>
                    <a:pt x="685800" y="1389528"/>
                    <a:pt x="685800" y="1200150"/>
                  </a:cubicBezTo>
                  <a:cubicBezTo>
                    <a:pt x="685800" y="1010771"/>
                    <a:pt x="532278" y="857250"/>
                    <a:pt x="342900" y="857250"/>
                  </a:cubicBezTo>
                  <a:cubicBezTo>
                    <a:pt x="153521" y="857250"/>
                    <a:pt x="0" y="1010771"/>
                    <a:pt x="0" y="12001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676525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2"/>
                    <a:pt x="25587" y="57150"/>
                    <a:pt x="57150" y="57150"/>
                  </a:cubicBezTo>
                  <a:cubicBezTo>
                    <a:pt x="88712" y="57150"/>
                    <a:pt x="114300" y="31562"/>
                    <a:pt x="11430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032572" y="2124075"/>
            <a:ext cx="685800" cy="1543050"/>
            <a:chOff x="3986212" y="1257300"/>
            <a:chExt cx="685800" cy="1543050"/>
          </a:xfrm>
        </p:grpSpPr>
        <p:sp>
          <p:nvSpPr>
            <p:cNvPr id="40" name="Rounded Rectangle 39"/>
            <p:cNvSpPr/>
            <p:nvPr/>
          </p:nvSpPr>
          <p:spPr>
            <a:xfrm>
              <a:off x="3986212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lnTo>
                    <a:pt x="114300" y="0"/>
                  </a:lnTo>
                  <a:moveTo>
                    <a:pt x="0" y="1200150"/>
                  </a:moveTo>
                  <a:cubicBezTo>
                    <a:pt x="0" y="1389526"/>
                    <a:pt x="153523" y="1543050"/>
                    <a:pt x="342900" y="1543050"/>
                  </a:cubicBezTo>
                  <a:cubicBezTo>
                    <a:pt x="532276" y="1543050"/>
                    <a:pt x="685800" y="1389526"/>
                    <a:pt x="685800" y="1200150"/>
                  </a:cubicBezTo>
                  <a:cubicBezTo>
                    <a:pt x="685800" y="1010773"/>
                    <a:pt x="532276" y="857250"/>
                    <a:pt x="342900" y="857250"/>
                  </a:cubicBezTo>
                  <a:cubicBezTo>
                    <a:pt x="153523" y="857250"/>
                    <a:pt x="0" y="1010773"/>
                    <a:pt x="0" y="1200150"/>
                  </a:cubicBezTo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271962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5"/>
                    <a:pt x="25584" y="57150"/>
                    <a:pt x="57150" y="57150"/>
                  </a:cubicBezTo>
                  <a:cubicBezTo>
                    <a:pt x="88715" y="57150"/>
                    <a:pt x="114300" y="31565"/>
                    <a:pt x="114300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032572" y="2124075"/>
            <a:ext cx="685800" cy="1543050"/>
            <a:chOff x="3986212" y="1257300"/>
            <a:chExt cx="685800" cy="1543050"/>
          </a:xfrm>
        </p:grpSpPr>
        <p:sp>
          <p:nvSpPr>
            <p:cNvPr id="43" name="Rounded Rectangle 42"/>
            <p:cNvSpPr/>
            <p:nvPr/>
          </p:nvSpPr>
          <p:spPr>
            <a:xfrm>
              <a:off x="3986212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close/>
                  <a:moveTo>
                    <a:pt x="0" y="1200150"/>
                  </a:moveTo>
                  <a:cubicBezTo>
                    <a:pt x="0" y="1389528"/>
                    <a:pt x="153521" y="1543050"/>
                    <a:pt x="342900" y="1543050"/>
                  </a:cubicBezTo>
                  <a:cubicBezTo>
                    <a:pt x="532278" y="1543050"/>
                    <a:pt x="685800" y="1389528"/>
                    <a:pt x="685800" y="1200150"/>
                  </a:cubicBezTo>
                  <a:cubicBezTo>
                    <a:pt x="685800" y="1010771"/>
                    <a:pt x="532278" y="857250"/>
                    <a:pt x="342900" y="857250"/>
                  </a:cubicBezTo>
                  <a:cubicBezTo>
                    <a:pt x="153521" y="857250"/>
                    <a:pt x="0" y="1010771"/>
                    <a:pt x="0" y="12001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4271962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2"/>
                    <a:pt x="25587" y="57150"/>
                    <a:pt x="57150" y="57150"/>
                  </a:cubicBezTo>
                  <a:cubicBezTo>
                    <a:pt x="88712" y="57150"/>
                    <a:pt x="114300" y="31562"/>
                    <a:pt x="11430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6628010" y="2124075"/>
            <a:ext cx="685800" cy="1543050"/>
            <a:chOff x="5581650" y="1257300"/>
            <a:chExt cx="685800" cy="1543050"/>
          </a:xfrm>
        </p:grpSpPr>
        <p:sp>
          <p:nvSpPr>
            <p:cNvPr id="46" name="Rounded Rectangle 45"/>
            <p:cNvSpPr/>
            <p:nvPr/>
          </p:nvSpPr>
          <p:spPr>
            <a:xfrm>
              <a:off x="5581650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lnTo>
                    <a:pt x="114300" y="0"/>
                  </a:lnTo>
                  <a:moveTo>
                    <a:pt x="0" y="1200150"/>
                  </a:moveTo>
                  <a:cubicBezTo>
                    <a:pt x="0" y="1389526"/>
                    <a:pt x="153523" y="1543050"/>
                    <a:pt x="342900" y="1543050"/>
                  </a:cubicBezTo>
                  <a:cubicBezTo>
                    <a:pt x="532276" y="1543050"/>
                    <a:pt x="685800" y="1389526"/>
                    <a:pt x="685800" y="1200150"/>
                  </a:cubicBezTo>
                  <a:cubicBezTo>
                    <a:pt x="685800" y="1010773"/>
                    <a:pt x="532276" y="857250"/>
                    <a:pt x="342900" y="857250"/>
                  </a:cubicBezTo>
                  <a:cubicBezTo>
                    <a:pt x="153523" y="857250"/>
                    <a:pt x="0" y="1010773"/>
                    <a:pt x="0" y="1200150"/>
                  </a:cubicBezTo>
                </a:path>
              </a:pathLst>
            </a:custGeom>
            <a:gradFill rotWithShape="1">
              <a:gsLst>
                <a:gs pos="0">
                  <a:srgbClr val="FFA1DA"/>
                </a:gs>
                <a:gs pos="100000">
                  <a:srgbClr val="F669BE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5867400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5"/>
                    <a:pt x="25584" y="57150"/>
                    <a:pt x="57150" y="57150"/>
                  </a:cubicBezTo>
                  <a:cubicBezTo>
                    <a:pt x="88715" y="57150"/>
                    <a:pt x="114300" y="31565"/>
                    <a:pt x="114300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A1DA"/>
                </a:gs>
                <a:gs pos="100000">
                  <a:srgbClr val="F669BE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628010" y="2124075"/>
            <a:ext cx="685800" cy="1543050"/>
            <a:chOff x="5581650" y="1257300"/>
            <a:chExt cx="685800" cy="1543050"/>
          </a:xfrm>
        </p:grpSpPr>
        <p:sp>
          <p:nvSpPr>
            <p:cNvPr id="49" name="Rounded Rectangle 48"/>
            <p:cNvSpPr/>
            <p:nvPr/>
          </p:nvSpPr>
          <p:spPr>
            <a:xfrm>
              <a:off x="5581650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close/>
                  <a:moveTo>
                    <a:pt x="0" y="1200150"/>
                  </a:moveTo>
                  <a:cubicBezTo>
                    <a:pt x="0" y="1389528"/>
                    <a:pt x="153521" y="1543050"/>
                    <a:pt x="342900" y="1543050"/>
                  </a:cubicBezTo>
                  <a:cubicBezTo>
                    <a:pt x="532278" y="1543050"/>
                    <a:pt x="685800" y="1389528"/>
                    <a:pt x="685800" y="1200150"/>
                  </a:cubicBezTo>
                  <a:cubicBezTo>
                    <a:pt x="685800" y="1010771"/>
                    <a:pt x="532278" y="857250"/>
                    <a:pt x="342900" y="857250"/>
                  </a:cubicBezTo>
                  <a:cubicBezTo>
                    <a:pt x="153521" y="857250"/>
                    <a:pt x="0" y="1010771"/>
                    <a:pt x="0" y="12001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5867400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2"/>
                    <a:pt x="25587" y="57150"/>
                    <a:pt x="57150" y="57150"/>
                  </a:cubicBezTo>
                  <a:cubicBezTo>
                    <a:pt x="88712" y="57150"/>
                    <a:pt x="114300" y="31562"/>
                    <a:pt x="11430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542862" y="1376362"/>
            <a:ext cx="2093518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Strategic outcomes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46898" y="3800475"/>
            <a:ext cx="1284979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E0CB15"/>
                </a:solidFill>
                <a:latin typeface="Roboto"/>
              </a:rPr>
              <a:t>Time to market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7877" y="3857625"/>
            <a:ext cx="1023346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DE8431"/>
                </a:solidFill>
                <a:latin typeface="Roboto"/>
              </a:rPr>
              <a:t>Operational
efficiency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28464" y="3857625"/>
            <a:ext cx="922534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E55753"/>
                </a:solidFill>
                <a:latin typeface="Roboto"/>
              </a:rPr>
              <a:t>Customer
experience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6478" y="3800475"/>
            <a:ext cx="847029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DE58A9"/>
                </a:solidFill>
                <a:latin typeface="Roboto"/>
              </a:rPr>
              <a:t>Empower
business
teams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28801" y="4167187"/>
            <a:ext cx="1321098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Accelerate time to
market for customer
communications.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39574" y="4481512"/>
            <a:ext cx="1300067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Improve operational
efficiency by
reducing manual
processes.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36059" y="4510087"/>
            <a:ext cx="1307306" cy="8572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Enhance customer
experience through
personalized, timely,
consistent
messaging.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64643" y="4624387"/>
            <a:ext cx="1250556" cy="8572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Empower business
teams with self-
service capabilities
and AI-driven
workflows.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55997" y="3095625"/>
            <a:ext cx="442912" cy="435292"/>
          </a:xfrm>
          <a:custGeom>
            <a:avLst/>
            <a:gdLst/>
            <a:ahLst/>
            <a:cxnLst/>
            <a:rect l="0" t="0" r="0" b="0"/>
            <a:pathLst>
              <a:path w="442912" h="435292">
                <a:moveTo>
                  <a:pt x="404812" y="195262"/>
                </a:moveTo>
                <a:lnTo>
                  <a:pt x="404812" y="90487"/>
                </a:lnTo>
                <a:moveTo>
                  <a:pt x="404812" y="90487"/>
                </a:moveTo>
                <a:cubicBezTo>
                  <a:pt x="425855" y="90487"/>
                  <a:pt x="442912" y="73429"/>
                  <a:pt x="442912" y="52387"/>
                </a:cubicBezTo>
                <a:cubicBezTo>
                  <a:pt x="442912" y="31345"/>
                  <a:pt x="425855" y="14287"/>
                  <a:pt x="404812" y="14287"/>
                </a:cubicBezTo>
                <a:cubicBezTo>
                  <a:pt x="383769" y="14287"/>
                  <a:pt x="366712" y="31345"/>
                  <a:pt x="366712" y="52387"/>
                </a:cubicBezTo>
                <a:cubicBezTo>
                  <a:pt x="366712" y="73429"/>
                  <a:pt x="383769" y="90487"/>
                  <a:pt x="404812" y="90487"/>
                </a:cubicBezTo>
                <a:close/>
                <a:moveTo>
                  <a:pt x="14287" y="401002"/>
                </a:moveTo>
                <a:cubicBezTo>
                  <a:pt x="14287" y="282892"/>
                  <a:pt x="109962" y="187642"/>
                  <a:pt x="228600" y="187642"/>
                </a:cubicBezTo>
                <a:cubicBezTo>
                  <a:pt x="347237" y="187642"/>
                  <a:pt x="442912" y="282892"/>
                  <a:pt x="442912" y="401002"/>
                </a:cubicBezTo>
                <a:moveTo>
                  <a:pt x="228600" y="435292"/>
                </a:moveTo>
                <a:cubicBezTo>
                  <a:pt x="244381" y="435292"/>
                  <a:pt x="257175" y="422498"/>
                  <a:pt x="257175" y="406717"/>
                </a:cubicBezTo>
                <a:cubicBezTo>
                  <a:pt x="257175" y="390934"/>
                  <a:pt x="244381" y="378142"/>
                  <a:pt x="228600" y="378142"/>
                </a:cubicBezTo>
                <a:cubicBezTo>
                  <a:pt x="212818" y="378142"/>
                  <a:pt x="200025" y="390934"/>
                  <a:pt x="200025" y="406717"/>
                </a:cubicBezTo>
                <a:cubicBezTo>
                  <a:pt x="200025" y="422498"/>
                  <a:pt x="212818" y="435292"/>
                  <a:pt x="228600" y="435292"/>
                </a:cubicBezTo>
                <a:close/>
                <a:moveTo>
                  <a:pt x="0" y="0"/>
                </a:moveTo>
                <a:moveTo>
                  <a:pt x="218122" y="380047"/>
                </a:moveTo>
                <a:lnTo>
                  <a:pt x="174307" y="258127"/>
                </a:lnTo>
                <a:moveTo>
                  <a:pt x="0" y="0"/>
                </a:moveTo>
                <a:moveTo>
                  <a:pt x="282892" y="258127"/>
                </a:moveTo>
                <a:lnTo>
                  <a:pt x="273367" y="284797"/>
                </a:lnTo>
                <a:moveTo>
                  <a:pt x="0" y="0"/>
                </a:moveTo>
                <a:moveTo>
                  <a:pt x="365760" y="328612"/>
                </a:moveTo>
                <a:lnTo>
                  <a:pt x="337185" y="345757"/>
                </a:lnTo>
                <a:moveTo>
                  <a:pt x="0" y="0"/>
                </a:moveTo>
                <a:moveTo>
                  <a:pt x="120014" y="345757"/>
                </a:moveTo>
                <a:lnTo>
                  <a:pt x="91439" y="328612"/>
                </a:lnTo>
                <a:moveTo>
                  <a:pt x="0" y="0"/>
                </a:moveTo>
                <a:moveTo>
                  <a:pt x="384810" y="433387"/>
                </a:moveTo>
                <a:lnTo>
                  <a:pt x="356235" y="429577"/>
                </a:lnTo>
                <a:moveTo>
                  <a:pt x="0" y="0"/>
                </a:moveTo>
                <a:moveTo>
                  <a:pt x="72389" y="433387"/>
                </a:moveTo>
                <a:lnTo>
                  <a:pt x="100964" y="429577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565723" y="3105112"/>
            <a:ext cx="438186" cy="438281"/>
          </a:xfrm>
          <a:custGeom>
            <a:avLst/>
            <a:gdLst/>
            <a:ahLst/>
            <a:cxnLst/>
            <a:rect l="0" t="0" r="0" b="0"/>
            <a:pathLst>
              <a:path w="438186" h="438281">
                <a:moveTo>
                  <a:pt x="84371" y="218597"/>
                </a:moveTo>
                <a:lnTo>
                  <a:pt x="84371" y="218597"/>
                </a:lnTo>
                <a:cubicBezTo>
                  <a:pt x="84371" y="144950"/>
                  <a:pt x="144074" y="85247"/>
                  <a:pt x="217721" y="85247"/>
                </a:cubicBezTo>
                <a:cubicBezTo>
                  <a:pt x="291368" y="85247"/>
                  <a:pt x="351071" y="144950"/>
                  <a:pt x="351071" y="218597"/>
                </a:cubicBezTo>
                <a:cubicBezTo>
                  <a:pt x="351071" y="292245"/>
                  <a:pt x="291368" y="351947"/>
                  <a:pt x="217721" y="351947"/>
                </a:cubicBezTo>
                <a:cubicBezTo>
                  <a:pt x="144074" y="351947"/>
                  <a:pt x="84371" y="292245"/>
                  <a:pt x="84371" y="218597"/>
                </a:cubicBezTo>
                <a:close/>
                <a:moveTo>
                  <a:pt x="303446" y="170877"/>
                </a:moveTo>
                <a:lnTo>
                  <a:pt x="262489" y="220007"/>
                </a:lnTo>
                <a:cubicBezTo>
                  <a:pt x="260777" y="222060"/>
                  <a:pt x="258282" y="223300"/>
                  <a:pt x="255611" y="223423"/>
                </a:cubicBezTo>
                <a:cubicBezTo>
                  <a:pt x="252941" y="223546"/>
                  <a:pt x="250342" y="222542"/>
                  <a:pt x="248449" y="220655"/>
                </a:cubicBezTo>
                <a:lnTo>
                  <a:pt x="225093" y="197300"/>
                </a:lnTo>
                <a:cubicBezTo>
                  <a:pt x="223202" y="195404"/>
                  <a:pt x="220600" y="194392"/>
                  <a:pt x="217925" y="194512"/>
                </a:cubicBezTo>
                <a:cubicBezTo>
                  <a:pt x="215250" y="194631"/>
                  <a:pt x="212749" y="195871"/>
                  <a:pt x="211035" y="197928"/>
                </a:cubicBezTo>
                <a:lnTo>
                  <a:pt x="175583" y="240505"/>
                </a:lnTo>
                <a:cubicBezTo>
                  <a:pt x="172487" y="244276"/>
                  <a:pt x="167043" y="245098"/>
                  <a:pt x="162971" y="242410"/>
                </a:cubicBezTo>
                <a:lnTo>
                  <a:pt x="149446" y="233399"/>
                </a:lnTo>
                <a:cubicBezTo>
                  <a:pt x="145069" y="230487"/>
                  <a:pt x="139160" y="231672"/>
                  <a:pt x="136244" y="236047"/>
                </a:cubicBezTo>
                <a:lnTo>
                  <a:pt x="122471" y="256697"/>
                </a:lnTo>
                <a:moveTo>
                  <a:pt x="429805" y="248735"/>
                </a:moveTo>
                <a:cubicBezTo>
                  <a:pt x="434599" y="248136"/>
                  <a:pt x="438186" y="244041"/>
                  <a:pt x="438149" y="239210"/>
                </a:cubicBezTo>
                <a:lnTo>
                  <a:pt x="438149" y="198938"/>
                </a:lnTo>
                <a:cubicBezTo>
                  <a:pt x="438186" y="194106"/>
                  <a:pt x="434599" y="190012"/>
                  <a:pt x="429805" y="189413"/>
                </a:cubicBezTo>
                <a:lnTo>
                  <a:pt x="386923" y="184060"/>
                </a:lnTo>
                <a:cubicBezTo>
                  <a:pt x="382552" y="163057"/>
                  <a:pt x="374246" y="143071"/>
                  <a:pt x="362444" y="125157"/>
                </a:cubicBezTo>
                <a:lnTo>
                  <a:pt x="389019" y="90962"/>
                </a:lnTo>
                <a:cubicBezTo>
                  <a:pt x="391963" y="87173"/>
                  <a:pt x="391628" y="81785"/>
                  <a:pt x="388238" y="78389"/>
                </a:cubicBezTo>
                <a:lnTo>
                  <a:pt x="359663" y="49814"/>
                </a:lnTo>
                <a:cubicBezTo>
                  <a:pt x="356267" y="46424"/>
                  <a:pt x="350879" y="46090"/>
                  <a:pt x="347090" y="49033"/>
                </a:cubicBezTo>
                <a:lnTo>
                  <a:pt x="312895" y="75703"/>
                </a:lnTo>
                <a:cubicBezTo>
                  <a:pt x="294978" y="63903"/>
                  <a:pt x="274993" y="55591"/>
                  <a:pt x="253992" y="51205"/>
                </a:cubicBezTo>
                <a:lnTo>
                  <a:pt x="248696" y="8381"/>
                </a:lnTo>
                <a:cubicBezTo>
                  <a:pt x="248097" y="3586"/>
                  <a:pt x="244003" y="0"/>
                  <a:pt x="239171" y="37"/>
                </a:cubicBezTo>
                <a:lnTo>
                  <a:pt x="198900" y="37"/>
                </a:lnTo>
                <a:cubicBezTo>
                  <a:pt x="194068" y="0"/>
                  <a:pt x="189974" y="3586"/>
                  <a:pt x="189375" y="8381"/>
                </a:cubicBezTo>
                <a:lnTo>
                  <a:pt x="184022" y="51243"/>
                </a:lnTo>
                <a:cubicBezTo>
                  <a:pt x="163047" y="55638"/>
                  <a:pt x="143090" y="63950"/>
                  <a:pt x="125195" y="75741"/>
                </a:cubicBezTo>
                <a:lnTo>
                  <a:pt x="91001" y="49167"/>
                </a:lnTo>
                <a:cubicBezTo>
                  <a:pt x="87211" y="46223"/>
                  <a:pt x="81823" y="46558"/>
                  <a:pt x="78428" y="49948"/>
                </a:cubicBezTo>
                <a:lnTo>
                  <a:pt x="49853" y="78523"/>
                </a:lnTo>
                <a:cubicBezTo>
                  <a:pt x="46462" y="81919"/>
                  <a:pt x="46128" y="87306"/>
                  <a:pt x="49071" y="91096"/>
                </a:cubicBezTo>
                <a:lnTo>
                  <a:pt x="75741" y="125386"/>
                </a:lnTo>
                <a:cubicBezTo>
                  <a:pt x="63939" y="143300"/>
                  <a:pt x="55633" y="163286"/>
                  <a:pt x="51262" y="184288"/>
                </a:cubicBezTo>
                <a:lnTo>
                  <a:pt x="8381" y="189641"/>
                </a:lnTo>
                <a:cubicBezTo>
                  <a:pt x="3586" y="190240"/>
                  <a:pt x="0" y="194335"/>
                  <a:pt x="37" y="199166"/>
                </a:cubicBezTo>
                <a:lnTo>
                  <a:pt x="37" y="239514"/>
                </a:lnTo>
                <a:cubicBezTo>
                  <a:pt x="0" y="244346"/>
                  <a:pt x="3586" y="248440"/>
                  <a:pt x="8381" y="249039"/>
                </a:cubicBezTo>
                <a:lnTo>
                  <a:pt x="51262" y="254392"/>
                </a:lnTo>
                <a:cubicBezTo>
                  <a:pt x="55633" y="275395"/>
                  <a:pt x="63939" y="295381"/>
                  <a:pt x="75741" y="313295"/>
                </a:cubicBezTo>
                <a:lnTo>
                  <a:pt x="49129" y="347185"/>
                </a:lnTo>
                <a:cubicBezTo>
                  <a:pt x="46185" y="350974"/>
                  <a:pt x="46519" y="356362"/>
                  <a:pt x="49910" y="359758"/>
                </a:cubicBezTo>
                <a:lnTo>
                  <a:pt x="78485" y="388333"/>
                </a:lnTo>
                <a:cubicBezTo>
                  <a:pt x="81881" y="391723"/>
                  <a:pt x="87268" y="392058"/>
                  <a:pt x="91058" y="389114"/>
                </a:cubicBezTo>
                <a:lnTo>
                  <a:pt x="125348" y="362539"/>
                </a:lnTo>
                <a:cubicBezTo>
                  <a:pt x="143265" y="374340"/>
                  <a:pt x="163249" y="382651"/>
                  <a:pt x="184250" y="387037"/>
                </a:cubicBezTo>
                <a:lnTo>
                  <a:pt x="189603" y="429900"/>
                </a:lnTo>
                <a:cubicBezTo>
                  <a:pt x="190202" y="434695"/>
                  <a:pt x="194297" y="438281"/>
                  <a:pt x="199128" y="438244"/>
                </a:cubicBezTo>
                <a:lnTo>
                  <a:pt x="239476" y="438244"/>
                </a:lnTo>
                <a:cubicBezTo>
                  <a:pt x="244308" y="438281"/>
                  <a:pt x="248402" y="434695"/>
                  <a:pt x="249001" y="429900"/>
                </a:cubicBezTo>
                <a:lnTo>
                  <a:pt x="254354" y="387038"/>
                </a:lnTo>
                <a:cubicBezTo>
                  <a:pt x="275355" y="382651"/>
                  <a:pt x="295340" y="374340"/>
                  <a:pt x="313257" y="362539"/>
                </a:cubicBezTo>
                <a:lnTo>
                  <a:pt x="347452" y="389114"/>
                </a:lnTo>
                <a:cubicBezTo>
                  <a:pt x="351241" y="392058"/>
                  <a:pt x="356629" y="391723"/>
                  <a:pt x="360025" y="388333"/>
                </a:cubicBezTo>
                <a:lnTo>
                  <a:pt x="388600" y="359758"/>
                </a:lnTo>
                <a:cubicBezTo>
                  <a:pt x="391990" y="356362"/>
                  <a:pt x="392325" y="350974"/>
                  <a:pt x="389381" y="347185"/>
                </a:cubicBezTo>
                <a:lnTo>
                  <a:pt x="362806" y="312990"/>
                </a:lnTo>
                <a:cubicBezTo>
                  <a:pt x="374608" y="295076"/>
                  <a:pt x="382914" y="275090"/>
                  <a:pt x="387285" y="254088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169309" y="3107759"/>
            <a:ext cx="431963" cy="428624"/>
          </a:xfrm>
          <a:custGeom>
            <a:avLst/>
            <a:gdLst/>
            <a:ahLst/>
            <a:cxnLst/>
            <a:rect l="0" t="0" r="0" b="0"/>
            <a:pathLst>
              <a:path w="431963" h="428624">
                <a:moveTo>
                  <a:pt x="242034" y="23736"/>
                </a:moveTo>
                <a:cubicBezTo>
                  <a:pt x="233305" y="22517"/>
                  <a:pt x="224502" y="21906"/>
                  <a:pt x="215688" y="21907"/>
                </a:cubicBezTo>
                <a:cubicBezTo>
                  <a:pt x="111522" y="21907"/>
                  <a:pt x="27093" y="106356"/>
                  <a:pt x="27093" y="210502"/>
                </a:cubicBezTo>
                <a:cubicBezTo>
                  <a:pt x="27093" y="225780"/>
                  <a:pt x="28903" y="240639"/>
                  <a:pt x="32332" y="254850"/>
                </a:cubicBezTo>
                <a:moveTo>
                  <a:pt x="269676" y="391267"/>
                </a:moveTo>
                <a:cubicBezTo>
                  <a:pt x="252155" y="396487"/>
                  <a:pt x="233969" y="399131"/>
                  <a:pt x="215688" y="399116"/>
                </a:cubicBezTo>
                <a:cubicBezTo>
                  <a:pt x="201711" y="399122"/>
                  <a:pt x="187776" y="397576"/>
                  <a:pt x="174140" y="394506"/>
                </a:cubicBezTo>
                <a:moveTo>
                  <a:pt x="395787" y="154362"/>
                </a:moveTo>
                <a:cubicBezTo>
                  <a:pt x="401436" y="172539"/>
                  <a:pt x="404300" y="191467"/>
                  <a:pt x="404283" y="210502"/>
                </a:cubicBezTo>
                <a:cubicBezTo>
                  <a:pt x="404312" y="235013"/>
                  <a:pt x="399549" y="259294"/>
                  <a:pt x="390262" y="281978"/>
                </a:cubicBezTo>
                <a:moveTo>
                  <a:pt x="272838" y="250507"/>
                </a:moveTo>
                <a:cubicBezTo>
                  <a:pt x="242358" y="280987"/>
                  <a:pt x="190923" y="280987"/>
                  <a:pt x="160443" y="250507"/>
                </a:cubicBezTo>
                <a:moveTo>
                  <a:pt x="324273" y="174307"/>
                </a:moveTo>
                <a:cubicBezTo>
                  <a:pt x="318558" y="164782"/>
                  <a:pt x="305223" y="159067"/>
                  <a:pt x="288078" y="159067"/>
                </a:cubicBezTo>
                <a:cubicBezTo>
                  <a:pt x="270933" y="159067"/>
                  <a:pt x="257598" y="164782"/>
                  <a:pt x="251883" y="174307"/>
                </a:cubicBezTo>
                <a:moveTo>
                  <a:pt x="107103" y="174307"/>
                </a:moveTo>
                <a:cubicBezTo>
                  <a:pt x="112818" y="164782"/>
                  <a:pt x="128058" y="159067"/>
                  <a:pt x="143298" y="159067"/>
                </a:cubicBezTo>
                <a:cubicBezTo>
                  <a:pt x="158538" y="159067"/>
                  <a:pt x="173778" y="164782"/>
                  <a:pt x="177588" y="174307"/>
                </a:cubicBezTo>
                <a:moveTo>
                  <a:pt x="420533" y="13335"/>
                </a:moveTo>
                <a:cubicBezTo>
                  <a:pt x="409103" y="0"/>
                  <a:pt x="388147" y="0"/>
                  <a:pt x="376717" y="13335"/>
                </a:cubicBezTo>
                <a:lnTo>
                  <a:pt x="357667" y="32385"/>
                </a:lnTo>
                <a:lnTo>
                  <a:pt x="338617" y="13335"/>
                </a:lnTo>
                <a:cubicBezTo>
                  <a:pt x="327188" y="0"/>
                  <a:pt x="306233" y="0"/>
                  <a:pt x="294803" y="13335"/>
                </a:cubicBezTo>
                <a:cubicBezTo>
                  <a:pt x="283373" y="26669"/>
                  <a:pt x="283373" y="45719"/>
                  <a:pt x="294803" y="59054"/>
                </a:cubicBezTo>
                <a:lnTo>
                  <a:pt x="350047" y="116204"/>
                </a:lnTo>
                <a:cubicBezTo>
                  <a:pt x="353858" y="120015"/>
                  <a:pt x="359572" y="120015"/>
                  <a:pt x="363383" y="116204"/>
                </a:cubicBezTo>
                <a:lnTo>
                  <a:pt x="418628" y="59054"/>
                </a:lnTo>
                <a:cubicBezTo>
                  <a:pt x="431963" y="45719"/>
                  <a:pt x="431963" y="26669"/>
                  <a:pt x="420533" y="13335"/>
                </a:cubicBezTo>
                <a:close/>
                <a:moveTo>
                  <a:pt x="154633" y="306781"/>
                </a:moveTo>
                <a:cubicBezTo>
                  <a:pt x="140574" y="292722"/>
                  <a:pt x="119504" y="292722"/>
                  <a:pt x="105445" y="306781"/>
                </a:cubicBezTo>
                <a:lnTo>
                  <a:pt x="84357" y="327869"/>
                </a:lnTo>
                <a:lnTo>
                  <a:pt x="63269" y="306781"/>
                </a:lnTo>
                <a:cubicBezTo>
                  <a:pt x="49210" y="292722"/>
                  <a:pt x="28122" y="292722"/>
                  <a:pt x="14063" y="306781"/>
                </a:cubicBezTo>
                <a:cubicBezTo>
                  <a:pt x="0" y="321086"/>
                  <a:pt x="0" y="344024"/>
                  <a:pt x="14063" y="358330"/>
                </a:cubicBezTo>
                <a:lnTo>
                  <a:pt x="77309" y="423938"/>
                </a:lnTo>
                <a:cubicBezTo>
                  <a:pt x="82014" y="428624"/>
                  <a:pt x="89043" y="428624"/>
                  <a:pt x="91387" y="423938"/>
                </a:cubicBezTo>
                <a:lnTo>
                  <a:pt x="154633" y="358330"/>
                </a:lnTo>
                <a:cubicBezTo>
                  <a:pt x="166348" y="341928"/>
                  <a:pt x="166348" y="318496"/>
                  <a:pt x="154633" y="306781"/>
                </a:cubicBezTo>
                <a:close/>
                <a:moveTo>
                  <a:pt x="418227" y="333374"/>
                </a:moveTo>
                <a:cubicBezTo>
                  <a:pt x="406797" y="321945"/>
                  <a:pt x="389652" y="321945"/>
                  <a:pt x="380127" y="333374"/>
                </a:cubicBezTo>
                <a:lnTo>
                  <a:pt x="362982" y="350520"/>
                </a:lnTo>
                <a:lnTo>
                  <a:pt x="345837" y="333374"/>
                </a:lnTo>
                <a:cubicBezTo>
                  <a:pt x="334407" y="321945"/>
                  <a:pt x="317262" y="321945"/>
                  <a:pt x="307737" y="333374"/>
                </a:cubicBezTo>
                <a:cubicBezTo>
                  <a:pt x="296307" y="344804"/>
                  <a:pt x="296307" y="361949"/>
                  <a:pt x="307737" y="373379"/>
                </a:cubicBezTo>
                <a:lnTo>
                  <a:pt x="357267" y="424815"/>
                </a:lnTo>
                <a:cubicBezTo>
                  <a:pt x="361077" y="428624"/>
                  <a:pt x="364887" y="428624"/>
                  <a:pt x="368697" y="424815"/>
                </a:cubicBezTo>
                <a:lnTo>
                  <a:pt x="418227" y="373379"/>
                </a:lnTo>
                <a:cubicBezTo>
                  <a:pt x="429657" y="361949"/>
                  <a:pt x="429657" y="344804"/>
                  <a:pt x="418227" y="333374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66122" y="3107784"/>
            <a:ext cx="438150" cy="432867"/>
          </a:xfrm>
          <a:custGeom>
            <a:avLst/>
            <a:gdLst/>
            <a:ahLst/>
            <a:cxnLst/>
            <a:rect l="0" t="0" r="0" b="0"/>
            <a:pathLst>
              <a:path w="438150" h="432867">
                <a:moveTo>
                  <a:pt x="0" y="313938"/>
                </a:moveTo>
                <a:cubicBezTo>
                  <a:pt x="0" y="342166"/>
                  <a:pt x="22883" y="365049"/>
                  <a:pt x="51111" y="365049"/>
                </a:cubicBezTo>
                <a:cubicBezTo>
                  <a:pt x="79339" y="365049"/>
                  <a:pt x="102222" y="342166"/>
                  <a:pt x="102222" y="313938"/>
                </a:cubicBezTo>
                <a:cubicBezTo>
                  <a:pt x="102222" y="285710"/>
                  <a:pt x="79339" y="262827"/>
                  <a:pt x="51111" y="262827"/>
                </a:cubicBezTo>
                <a:cubicBezTo>
                  <a:pt x="22883" y="262827"/>
                  <a:pt x="0" y="285710"/>
                  <a:pt x="0" y="313938"/>
                </a:cubicBezTo>
                <a:moveTo>
                  <a:pt x="131730" y="432867"/>
                </a:moveTo>
                <a:cubicBezTo>
                  <a:pt x="121287" y="408410"/>
                  <a:pt x="100302" y="390018"/>
                  <a:pt x="74686" y="382872"/>
                </a:cubicBezTo>
                <a:cubicBezTo>
                  <a:pt x="49070" y="375726"/>
                  <a:pt x="21595" y="380600"/>
                  <a:pt x="0" y="396120"/>
                </a:cubicBezTo>
                <a:moveTo>
                  <a:pt x="335927" y="313938"/>
                </a:moveTo>
                <a:cubicBezTo>
                  <a:pt x="335927" y="342166"/>
                  <a:pt x="358810" y="365049"/>
                  <a:pt x="387038" y="365049"/>
                </a:cubicBezTo>
                <a:cubicBezTo>
                  <a:pt x="415266" y="365049"/>
                  <a:pt x="438150" y="342166"/>
                  <a:pt x="438150" y="313938"/>
                </a:cubicBezTo>
                <a:cubicBezTo>
                  <a:pt x="438150" y="285710"/>
                  <a:pt x="415266" y="262827"/>
                  <a:pt x="387038" y="262827"/>
                </a:cubicBezTo>
                <a:cubicBezTo>
                  <a:pt x="358810" y="262827"/>
                  <a:pt x="335927" y="285710"/>
                  <a:pt x="335927" y="313938"/>
                </a:cubicBezTo>
                <a:moveTo>
                  <a:pt x="306419" y="432867"/>
                </a:moveTo>
                <a:cubicBezTo>
                  <a:pt x="316862" y="408410"/>
                  <a:pt x="337847" y="390018"/>
                  <a:pt x="363463" y="382872"/>
                </a:cubicBezTo>
                <a:cubicBezTo>
                  <a:pt x="389079" y="375726"/>
                  <a:pt x="416554" y="380600"/>
                  <a:pt x="438149" y="396120"/>
                </a:cubicBezTo>
                <a:moveTo>
                  <a:pt x="153352" y="299327"/>
                </a:moveTo>
                <a:cubicBezTo>
                  <a:pt x="153343" y="335631"/>
                  <a:pt x="182770" y="365066"/>
                  <a:pt x="219075" y="365066"/>
                </a:cubicBezTo>
                <a:cubicBezTo>
                  <a:pt x="255379" y="365066"/>
                  <a:pt x="284806" y="335631"/>
                  <a:pt x="284797" y="299327"/>
                </a:cubicBezTo>
                <a:cubicBezTo>
                  <a:pt x="284806" y="263023"/>
                  <a:pt x="255379" y="233588"/>
                  <a:pt x="219075" y="233588"/>
                </a:cubicBezTo>
                <a:cubicBezTo>
                  <a:pt x="182770" y="233588"/>
                  <a:pt x="153343" y="263023"/>
                  <a:pt x="153352" y="299327"/>
                </a:cubicBezTo>
                <a:moveTo>
                  <a:pt x="306419" y="432867"/>
                </a:moveTo>
                <a:cubicBezTo>
                  <a:pt x="284036" y="408278"/>
                  <a:pt x="252325" y="394262"/>
                  <a:pt x="219075" y="394262"/>
                </a:cubicBezTo>
                <a:cubicBezTo>
                  <a:pt x="185823" y="394262"/>
                  <a:pt x="154113" y="408278"/>
                  <a:pt x="131730" y="432867"/>
                </a:cubicBezTo>
                <a:moveTo>
                  <a:pt x="189871" y="131458"/>
                </a:moveTo>
                <a:cubicBezTo>
                  <a:pt x="189871" y="115330"/>
                  <a:pt x="202946" y="102255"/>
                  <a:pt x="219075" y="102255"/>
                </a:cubicBezTo>
                <a:cubicBezTo>
                  <a:pt x="235203" y="102255"/>
                  <a:pt x="248278" y="115330"/>
                  <a:pt x="248278" y="131458"/>
                </a:cubicBezTo>
                <a:cubicBezTo>
                  <a:pt x="248278" y="147587"/>
                  <a:pt x="235203" y="160662"/>
                  <a:pt x="219075" y="160662"/>
                </a:cubicBezTo>
                <a:cubicBezTo>
                  <a:pt x="202946" y="160662"/>
                  <a:pt x="189871" y="147587"/>
                  <a:pt x="189871" y="131458"/>
                </a:cubicBezTo>
                <a:moveTo>
                  <a:pt x="162801" y="202896"/>
                </a:moveTo>
                <a:lnTo>
                  <a:pt x="134112" y="209544"/>
                </a:lnTo>
                <a:cubicBezTo>
                  <a:pt x="122967" y="212037"/>
                  <a:pt x="111497" y="206983"/>
                  <a:pt x="105816" y="197076"/>
                </a:cubicBezTo>
                <a:cubicBezTo>
                  <a:pt x="100135" y="187169"/>
                  <a:pt x="101566" y="174718"/>
                  <a:pt x="109347" y="166358"/>
                </a:cubicBezTo>
                <a:lnTo>
                  <a:pt x="129368" y="144717"/>
                </a:lnTo>
                <a:cubicBezTo>
                  <a:pt x="136302" y="137231"/>
                  <a:pt x="136302" y="125667"/>
                  <a:pt x="129368" y="118181"/>
                </a:cubicBezTo>
                <a:lnTo>
                  <a:pt x="109308" y="96559"/>
                </a:lnTo>
                <a:cubicBezTo>
                  <a:pt x="101540" y="88193"/>
                  <a:pt x="100115" y="75748"/>
                  <a:pt x="105793" y="65843"/>
                </a:cubicBezTo>
                <a:cubicBezTo>
                  <a:pt x="111470" y="55939"/>
                  <a:pt x="122929" y="50878"/>
                  <a:pt x="134073" y="53353"/>
                </a:cubicBezTo>
                <a:lnTo>
                  <a:pt x="162763" y="60002"/>
                </a:lnTo>
                <a:cubicBezTo>
                  <a:pt x="172706" y="62275"/>
                  <a:pt x="182707" y="56441"/>
                  <a:pt x="185623" y="46667"/>
                </a:cubicBezTo>
                <a:lnTo>
                  <a:pt x="194309" y="18454"/>
                </a:lnTo>
                <a:cubicBezTo>
                  <a:pt x="197600" y="7500"/>
                  <a:pt x="207684" y="0"/>
                  <a:pt x="219122" y="0"/>
                </a:cubicBezTo>
                <a:cubicBezTo>
                  <a:pt x="230560" y="0"/>
                  <a:pt x="240644" y="7500"/>
                  <a:pt x="243935" y="18454"/>
                </a:cubicBezTo>
                <a:lnTo>
                  <a:pt x="252545" y="46743"/>
                </a:lnTo>
                <a:cubicBezTo>
                  <a:pt x="255461" y="56517"/>
                  <a:pt x="265462" y="62351"/>
                  <a:pt x="275405" y="60078"/>
                </a:cubicBezTo>
                <a:lnTo>
                  <a:pt x="303980" y="53430"/>
                </a:lnTo>
                <a:cubicBezTo>
                  <a:pt x="315125" y="50954"/>
                  <a:pt x="326584" y="56015"/>
                  <a:pt x="332261" y="65919"/>
                </a:cubicBezTo>
                <a:cubicBezTo>
                  <a:pt x="337938" y="75824"/>
                  <a:pt x="336514" y="88270"/>
                  <a:pt x="328745" y="96635"/>
                </a:cubicBezTo>
                <a:lnTo>
                  <a:pt x="308762" y="118181"/>
                </a:lnTo>
                <a:cubicBezTo>
                  <a:pt x="301846" y="125674"/>
                  <a:pt x="301846" y="137223"/>
                  <a:pt x="308762" y="144717"/>
                </a:cubicBezTo>
                <a:lnTo>
                  <a:pt x="328841" y="166358"/>
                </a:lnTo>
                <a:cubicBezTo>
                  <a:pt x="336621" y="174718"/>
                  <a:pt x="338052" y="187169"/>
                  <a:pt x="332371" y="197076"/>
                </a:cubicBezTo>
                <a:cubicBezTo>
                  <a:pt x="326690" y="206983"/>
                  <a:pt x="315220" y="212037"/>
                  <a:pt x="304076" y="209544"/>
                </a:cubicBezTo>
                <a:lnTo>
                  <a:pt x="275501" y="202896"/>
                </a:lnTo>
                <a:moveTo>
                  <a:pt x="284778" y="299270"/>
                </a:moveTo>
                <a:cubicBezTo>
                  <a:pt x="241901" y="301352"/>
                  <a:pt x="199894" y="286678"/>
                  <a:pt x="167640" y="258350"/>
                </a:cubicBezTo>
                <a:moveTo>
                  <a:pt x="10972" y="282392"/>
                </a:moveTo>
                <a:cubicBezTo>
                  <a:pt x="36199" y="304265"/>
                  <a:pt x="68891" y="315565"/>
                  <a:pt x="102241" y="313938"/>
                </a:cubicBezTo>
                <a:moveTo>
                  <a:pt x="438150" y="313938"/>
                </a:moveTo>
                <a:cubicBezTo>
                  <a:pt x="404800" y="315565"/>
                  <a:pt x="372108" y="304265"/>
                  <a:pt x="346881" y="282392"/>
                </a:cubicBez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