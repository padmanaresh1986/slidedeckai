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71089" y="852918"/>
            <a:ext cx="5601822" cy="4434775"/>
          </a:xfrm>
          <a:custGeom>
            <a:avLst/>
            <a:gdLst/>
            <a:ahLst/>
            <a:cxnLst/>
            <a:rect l="0" t="0" r="0" b="0"/>
            <a:pathLst>
              <a:path w="5601822" h="4434775">
                <a:moveTo>
                  <a:pt x="5601822" y="1633864"/>
                </a:moveTo>
                <a:lnTo>
                  <a:pt x="5601822" y="1419328"/>
                </a:lnTo>
                <a:lnTo>
                  <a:pt x="2800911" y="0"/>
                </a:lnTo>
                <a:lnTo>
                  <a:pt x="0" y="1419328"/>
                </a:lnTo>
                <a:lnTo>
                  <a:pt x="0" y="1633864"/>
                </a:lnTo>
                <a:lnTo>
                  <a:pt x="100032" y="1633864"/>
                </a:lnTo>
                <a:lnTo>
                  <a:pt x="100032" y="1833929"/>
                </a:lnTo>
                <a:cubicBezTo>
                  <a:pt x="155275" y="1833929"/>
                  <a:pt x="200065" y="1878719"/>
                  <a:pt x="200065" y="1933962"/>
                </a:cubicBezTo>
                <a:lnTo>
                  <a:pt x="5401757" y="1933962"/>
                </a:lnTo>
                <a:cubicBezTo>
                  <a:pt x="5401757" y="1878719"/>
                  <a:pt x="5446546" y="1833929"/>
                  <a:pt x="5501789" y="1833929"/>
                </a:cubicBezTo>
                <a:lnTo>
                  <a:pt x="5501789" y="1633864"/>
                </a:lnTo>
                <a:lnTo>
                  <a:pt x="5601822" y="1633864"/>
                </a:lnTo>
                <a:moveTo>
                  <a:pt x="0" y="4234710"/>
                </a:moveTo>
                <a:cubicBezTo>
                  <a:pt x="55242" y="4234710"/>
                  <a:pt x="100032" y="4189921"/>
                  <a:pt x="100032" y="4134678"/>
                </a:cubicBezTo>
                <a:lnTo>
                  <a:pt x="5501789" y="4134678"/>
                </a:lnTo>
                <a:cubicBezTo>
                  <a:pt x="5501789" y="4189921"/>
                  <a:pt x="5546579" y="4234710"/>
                  <a:pt x="5601822" y="4234710"/>
                </a:cubicBezTo>
                <a:lnTo>
                  <a:pt x="5601822" y="4434775"/>
                </a:lnTo>
                <a:lnTo>
                  <a:pt x="0" y="4434775"/>
                </a:lnTo>
                <a:lnTo>
                  <a:pt x="0" y="4234710"/>
                </a:lnTo>
              </a:path>
            </a:pathLst>
          </a:custGeom>
          <a:gradFill rotWithShape="1">
            <a:gsLst>
              <a:gs pos="0">
                <a:srgbClr val="C8C8C8"/>
              </a:gs>
              <a:gs pos="100000">
                <a:srgbClr val="A3A3A3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71089" y="852918"/>
            <a:ext cx="5601822" cy="4434775"/>
          </a:xfrm>
          <a:custGeom>
            <a:avLst/>
            <a:gdLst/>
            <a:ahLst/>
            <a:cxnLst/>
            <a:rect l="0" t="0" r="0" b="0"/>
            <a:pathLst>
              <a:path w="5601822" h="4434775">
                <a:moveTo>
                  <a:pt x="200065" y="1933962"/>
                </a:moveTo>
                <a:lnTo>
                  <a:pt x="5401757" y="1933962"/>
                </a:lnTo>
                <a:cubicBezTo>
                  <a:pt x="5401757" y="1878716"/>
                  <a:pt x="5446543" y="1833929"/>
                  <a:pt x="5501789" y="1833929"/>
                </a:cubicBezTo>
                <a:lnTo>
                  <a:pt x="100032" y="1833929"/>
                </a:lnTo>
                <a:cubicBezTo>
                  <a:pt x="155278" y="1833929"/>
                  <a:pt x="200065" y="1878716"/>
                  <a:pt x="200065" y="1933962"/>
                </a:cubicBezTo>
                <a:close/>
                <a:moveTo>
                  <a:pt x="5501789" y="1633864"/>
                </a:moveTo>
                <a:lnTo>
                  <a:pt x="100032" y="1633864"/>
                </a:lnTo>
                <a:lnTo>
                  <a:pt x="100032" y="1833929"/>
                </a:lnTo>
                <a:lnTo>
                  <a:pt x="5501789" y="1833929"/>
                </a:lnTo>
                <a:lnTo>
                  <a:pt x="5501789" y="1633864"/>
                </a:lnTo>
                <a:close/>
                <a:moveTo>
                  <a:pt x="5601822" y="4434775"/>
                </a:moveTo>
                <a:lnTo>
                  <a:pt x="0" y="4434775"/>
                </a:lnTo>
                <a:lnTo>
                  <a:pt x="0" y="4234710"/>
                </a:lnTo>
                <a:lnTo>
                  <a:pt x="5601822" y="4234710"/>
                </a:lnTo>
                <a:lnTo>
                  <a:pt x="5601822" y="4434775"/>
                </a:lnTo>
                <a:close/>
                <a:moveTo>
                  <a:pt x="100032" y="4134678"/>
                </a:moveTo>
                <a:lnTo>
                  <a:pt x="5501789" y="4134678"/>
                </a:lnTo>
                <a:cubicBezTo>
                  <a:pt x="5501789" y="4189924"/>
                  <a:pt x="5546575" y="4234710"/>
                  <a:pt x="5601822" y="4234710"/>
                </a:cubicBezTo>
                <a:lnTo>
                  <a:pt x="0" y="4234710"/>
                </a:lnTo>
                <a:cubicBezTo>
                  <a:pt x="55246" y="4234710"/>
                  <a:pt x="100032" y="4189924"/>
                  <a:pt x="100032" y="4134678"/>
                </a:cubicBezTo>
                <a:close/>
                <a:moveTo>
                  <a:pt x="2800911" y="0"/>
                </a:moveTo>
                <a:lnTo>
                  <a:pt x="5601822" y="1419330"/>
                </a:lnTo>
                <a:lnTo>
                  <a:pt x="5601822" y="1633864"/>
                </a:lnTo>
                <a:lnTo>
                  <a:pt x="0" y="1633864"/>
                </a:lnTo>
                <a:lnTo>
                  <a:pt x="0" y="1419330"/>
                </a:lnTo>
                <a:lnTo>
                  <a:pt x="2800911" y="0"/>
                </a:ln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00395" y="1086327"/>
            <a:ext cx="4751545" cy="1200390"/>
          </a:xfrm>
          <a:custGeom>
            <a:avLst/>
            <a:gdLst/>
            <a:ahLst/>
            <a:cxnLst/>
            <a:rect l="0" t="0" r="0" b="0"/>
            <a:pathLst>
              <a:path w="4751545" h="1200390">
                <a:moveTo>
                  <a:pt x="2371604" y="0"/>
                </a:moveTo>
                <a:lnTo>
                  <a:pt x="0" y="1200390"/>
                </a:lnTo>
                <a:lnTo>
                  <a:pt x="4751545" y="1200390"/>
                </a:lnTo>
                <a:lnTo>
                  <a:pt x="2371604" y="0"/>
                </a:ln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6172520" y="2786880"/>
            <a:ext cx="1000325" cy="2201207"/>
            <a:chOff x="4601496" y="2334092"/>
            <a:chExt cx="1000325" cy="2201207"/>
          </a:xfrm>
        </p:grpSpPr>
        <p:sp>
          <p:nvSpPr>
            <p:cNvPr id="5" name="Rounded Rectangle 4"/>
            <p:cNvSpPr/>
            <p:nvPr/>
          </p:nvSpPr>
          <p:spPr>
            <a:xfrm>
              <a:off x="4601496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51513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72520" y="2786880"/>
            <a:ext cx="1000325" cy="2201204"/>
            <a:chOff x="4601496" y="2334092"/>
            <a:chExt cx="1000325" cy="2201204"/>
          </a:xfrm>
        </p:grpSpPr>
        <p:sp>
          <p:nvSpPr>
            <p:cNvPr id="8" name="Rounded Rectangle 7"/>
            <p:cNvSpPr/>
            <p:nvPr/>
          </p:nvSpPr>
          <p:spPr>
            <a:xfrm>
              <a:off x="4601496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51513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72065" y="2786880"/>
            <a:ext cx="1000325" cy="2201207"/>
            <a:chOff x="3201041" y="2334092"/>
            <a:chExt cx="1000325" cy="2201207"/>
          </a:xfrm>
        </p:grpSpPr>
        <p:sp>
          <p:nvSpPr>
            <p:cNvPr id="11" name="Rounded Rectangle 10"/>
            <p:cNvSpPr/>
            <p:nvPr/>
          </p:nvSpPr>
          <p:spPr>
            <a:xfrm>
              <a:off x="3201041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51057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772065" y="2786880"/>
            <a:ext cx="1000325" cy="2201204"/>
            <a:chOff x="3201041" y="2334092"/>
            <a:chExt cx="1000325" cy="2201204"/>
          </a:xfrm>
        </p:grpSpPr>
        <p:sp>
          <p:nvSpPr>
            <p:cNvPr id="14" name="Rounded Rectangle 13"/>
            <p:cNvSpPr/>
            <p:nvPr/>
          </p:nvSpPr>
          <p:spPr>
            <a:xfrm>
              <a:off x="3201041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251057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71609" y="2786880"/>
            <a:ext cx="1000325" cy="2201207"/>
            <a:chOff x="1800585" y="2334092"/>
            <a:chExt cx="1000325" cy="2201207"/>
          </a:xfrm>
        </p:grpSpPr>
        <p:sp>
          <p:nvSpPr>
            <p:cNvPr id="17" name="Rounded Rectangle 16"/>
            <p:cNvSpPr/>
            <p:nvPr/>
          </p:nvSpPr>
          <p:spPr>
            <a:xfrm>
              <a:off x="1800585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850601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371609" y="2786880"/>
            <a:ext cx="1000325" cy="2201204"/>
            <a:chOff x="1800585" y="2334092"/>
            <a:chExt cx="1000325" cy="2201204"/>
          </a:xfrm>
        </p:grpSpPr>
        <p:sp>
          <p:nvSpPr>
            <p:cNvPr id="20" name="Rounded Rectangle 19"/>
            <p:cNvSpPr/>
            <p:nvPr/>
          </p:nvSpPr>
          <p:spPr>
            <a:xfrm>
              <a:off x="1800585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850601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971154" y="2786880"/>
            <a:ext cx="1000325" cy="2201207"/>
            <a:chOff x="400130" y="2334092"/>
            <a:chExt cx="1000325" cy="2201207"/>
          </a:xfrm>
        </p:grpSpPr>
        <p:sp>
          <p:nvSpPr>
            <p:cNvPr id="23" name="Rounded Rectangle 22"/>
            <p:cNvSpPr/>
            <p:nvPr/>
          </p:nvSpPr>
          <p:spPr>
            <a:xfrm>
              <a:off x="400130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146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971154" y="2786880"/>
            <a:ext cx="1000325" cy="2201204"/>
            <a:chOff x="400130" y="2334092"/>
            <a:chExt cx="1000325" cy="2201204"/>
          </a:xfrm>
        </p:grpSpPr>
        <p:sp>
          <p:nvSpPr>
            <p:cNvPr id="26" name="Rounded Rectangle 25"/>
            <p:cNvSpPr/>
            <p:nvPr/>
          </p:nvSpPr>
          <p:spPr>
            <a:xfrm>
              <a:off x="400130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50146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451052" y="1803227"/>
            <a:ext cx="2241879" cy="4001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StrawMan Digital Notification
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2551" y="5454903"/>
            <a:ext cx="1117463" cy="4001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Cross Channel
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8711" y="5454903"/>
            <a:ext cx="886054" cy="4001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AI-Assisted
Authoring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8971" y="5404887"/>
            <a:ext cx="1066496" cy="60019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Low Code/No-
Code Self
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243" y="5404398"/>
            <a:ext cx="1170864" cy="60019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Personalization
and Contextual
Delivery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4439" y="1297579"/>
            <a:ext cx="375122" cy="376437"/>
          </a:xfrm>
          <a:custGeom>
            <a:avLst/>
            <a:gdLst/>
            <a:ahLst/>
            <a:cxnLst/>
            <a:rect l="0" t="0" r="0" b="0"/>
            <a:pathLst>
              <a:path w="375122" h="376437">
                <a:moveTo>
                  <a:pt x="134209" y="303080"/>
                </a:moveTo>
                <a:lnTo>
                  <a:pt x="114203" y="303080"/>
                </a:lnTo>
                <a:cubicBezTo>
                  <a:pt x="95864" y="303080"/>
                  <a:pt x="80859" y="319752"/>
                  <a:pt x="80859" y="339758"/>
                </a:cubicBezTo>
                <a:lnTo>
                  <a:pt x="80859" y="358098"/>
                </a:lnTo>
                <a:cubicBezTo>
                  <a:pt x="80859" y="368101"/>
                  <a:pt x="87528" y="376437"/>
                  <a:pt x="97531" y="376437"/>
                </a:cubicBezTo>
                <a:lnTo>
                  <a:pt x="277590" y="376437"/>
                </a:lnTo>
                <a:cubicBezTo>
                  <a:pt x="285926" y="376437"/>
                  <a:pt x="294262" y="368101"/>
                  <a:pt x="294262" y="358098"/>
                </a:cubicBezTo>
                <a:lnTo>
                  <a:pt x="294262" y="339758"/>
                </a:lnTo>
                <a:cubicBezTo>
                  <a:pt x="294262" y="319752"/>
                  <a:pt x="279257" y="303080"/>
                  <a:pt x="260918" y="303080"/>
                </a:cubicBezTo>
                <a:lnTo>
                  <a:pt x="204233" y="303080"/>
                </a:lnTo>
                <a:moveTo>
                  <a:pt x="169221" y="326421"/>
                </a:moveTo>
                <a:cubicBezTo>
                  <a:pt x="189478" y="326421"/>
                  <a:pt x="205900" y="309999"/>
                  <a:pt x="205900" y="289742"/>
                </a:cubicBezTo>
                <a:cubicBezTo>
                  <a:pt x="205900" y="269485"/>
                  <a:pt x="189478" y="253063"/>
                  <a:pt x="169221" y="253063"/>
                </a:cubicBezTo>
                <a:cubicBezTo>
                  <a:pt x="148964" y="253063"/>
                  <a:pt x="132542" y="269485"/>
                  <a:pt x="132542" y="289742"/>
                </a:cubicBezTo>
                <a:cubicBezTo>
                  <a:pt x="132542" y="309999"/>
                  <a:pt x="148964" y="326421"/>
                  <a:pt x="169221" y="326421"/>
                </a:cubicBezTo>
                <a:close/>
                <a:moveTo>
                  <a:pt x="5001" y="123858"/>
                </a:moveTo>
                <a:cubicBezTo>
                  <a:pt x="2239" y="123858"/>
                  <a:pt x="0" y="121619"/>
                  <a:pt x="0" y="118857"/>
                </a:cubicBezTo>
                <a:cubicBezTo>
                  <a:pt x="0" y="116095"/>
                  <a:pt x="2239" y="113855"/>
                  <a:pt x="5001" y="113855"/>
                </a:cubicBezTo>
                <a:moveTo>
                  <a:pt x="5001" y="123858"/>
                </a:moveTo>
                <a:cubicBezTo>
                  <a:pt x="7763" y="123858"/>
                  <a:pt x="10002" y="121619"/>
                  <a:pt x="10002" y="118857"/>
                </a:cubicBezTo>
                <a:cubicBezTo>
                  <a:pt x="10002" y="116095"/>
                  <a:pt x="7763" y="113855"/>
                  <a:pt x="5001" y="113855"/>
                </a:cubicBezTo>
                <a:moveTo>
                  <a:pt x="48350" y="180541"/>
                </a:moveTo>
                <a:cubicBezTo>
                  <a:pt x="45588" y="180541"/>
                  <a:pt x="43349" y="178302"/>
                  <a:pt x="43349" y="175540"/>
                </a:cubicBezTo>
                <a:cubicBezTo>
                  <a:pt x="43349" y="172777"/>
                  <a:pt x="45588" y="170538"/>
                  <a:pt x="48350" y="170538"/>
                </a:cubicBezTo>
                <a:moveTo>
                  <a:pt x="48348" y="180541"/>
                </a:moveTo>
                <a:cubicBezTo>
                  <a:pt x="51110" y="180541"/>
                  <a:pt x="53349" y="178302"/>
                  <a:pt x="53349" y="175540"/>
                </a:cubicBezTo>
                <a:cubicBezTo>
                  <a:pt x="53349" y="172777"/>
                  <a:pt x="51110" y="170538"/>
                  <a:pt x="48348" y="170538"/>
                </a:cubicBezTo>
                <a:moveTo>
                  <a:pt x="88364" y="233894"/>
                </a:moveTo>
                <a:cubicBezTo>
                  <a:pt x="85601" y="233894"/>
                  <a:pt x="83362" y="231655"/>
                  <a:pt x="83362" y="228892"/>
                </a:cubicBezTo>
                <a:cubicBezTo>
                  <a:pt x="83362" y="226130"/>
                  <a:pt x="85601" y="223891"/>
                  <a:pt x="88364" y="223891"/>
                </a:cubicBezTo>
                <a:moveTo>
                  <a:pt x="88361" y="233894"/>
                </a:moveTo>
                <a:cubicBezTo>
                  <a:pt x="91123" y="233894"/>
                  <a:pt x="93363" y="231655"/>
                  <a:pt x="93363" y="228892"/>
                </a:cubicBezTo>
                <a:cubicBezTo>
                  <a:pt x="93363" y="226130"/>
                  <a:pt x="91123" y="223891"/>
                  <a:pt x="88361" y="223891"/>
                </a:cubicBezTo>
                <a:moveTo>
                  <a:pt x="370120" y="123858"/>
                </a:moveTo>
                <a:cubicBezTo>
                  <a:pt x="372882" y="123858"/>
                  <a:pt x="375122" y="121619"/>
                  <a:pt x="375122" y="118857"/>
                </a:cubicBezTo>
                <a:cubicBezTo>
                  <a:pt x="375122" y="116095"/>
                  <a:pt x="372882" y="113855"/>
                  <a:pt x="370120" y="113855"/>
                </a:cubicBezTo>
                <a:moveTo>
                  <a:pt x="370122" y="123858"/>
                </a:moveTo>
                <a:cubicBezTo>
                  <a:pt x="367361" y="123858"/>
                  <a:pt x="365120" y="121619"/>
                  <a:pt x="365120" y="118857"/>
                </a:cubicBezTo>
                <a:cubicBezTo>
                  <a:pt x="365120" y="116095"/>
                  <a:pt x="367361" y="113855"/>
                  <a:pt x="370122" y="113855"/>
                </a:cubicBezTo>
                <a:moveTo>
                  <a:pt x="326772" y="180541"/>
                </a:moveTo>
                <a:cubicBezTo>
                  <a:pt x="329535" y="180541"/>
                  <a:pt x="331774" y="178302"/>
                  <a:pt x="331774" y="175540"/>
                </a:cubicBezTo>
                <a:cubicBezTo>
                  <a:pt x="331774" y="172777"/>
                  <a:pt x="329535" y="170538"/>
                  <a:pt x="326772" y="170538"/>
                </a:cubicBezTo>
                <a:moveTo>
                  <a:pt x="326772" y="180541"/>
                </a:moveTo>
                <a:cubicBezTo>
                  <a:pt x="324012" y="180541"/>
                  <a:pt x="321771" y="178302"/>
                  <a:pt x="321771" y="175540"/>
                </a:cubicBezTo>
                <a:cubicBezTo>
                  <a:pt x="321771" y="172777"/>
                  <a:pt x="324012" y="170538"/>
                  <a:pt x="326772" y="170538"/>
                </a:cubicBezTo>
                <a:moveTo>
                  <a:pt x="286759" y="233894"/>
                </a:moveTo>
                <a:cubicBezTo>
                  <a:pt x="289522" y="233894"/>
                  <a:pt x="291761" y="231655"/>
                  <a:pt x="291761" y="228892"/>
                </a:cubicBezTo>
                <a:cubicBezTo>
                  <a:pt x="291761" y="226130"/>
                  <a:pt x="289522" y="223891"/>
                  <a:pt x="286759" y="223891"/>
                </a:cubicBezTo>
                <a:moveTo>
                  <a:pt x="286759" y="233894"/>
                </a:moveTo>
                <a:cubicBezTo>
                  <a:pt x="283997" y="233894"/>
                  <a:pt x="281758" y="231655"/>
                  <a:pt x="281758" y="228892"/>
                </a:cubicBezTo>
                <a:cubicBezTo>
                  <a:pt x="281758" y="226130"/>
                  <a:pt x="283997" y="223891"/>
                  <a:pt x="286759" y="223891"/>
                </a:cubicBezTo>
                <a:moveTo>
                  <a:pt x="187561" y="150518"/>
                </a:moveTo>
                <a:cubicBezTo>
                  <a:pt x="183493" y="150518"/>
                  <a:pt x="179425" y="154586"/>
                  <a:pt x="179425" y="158654"/>
                </a:cubicBezTo>
                <a:cubicBezTo>
                  <a:pt x="179425" y="162722"/>
                  <a:pt x="183493" y="166790"/>
                  <a:pt x="187561" y="166790"/>
                </a:cubicBezTo>
                <a:moveTo>
                  <a:pt x="187559" y="150518"/>
                </a:moveTo>
                <a:cubicBezTo>
                  <a:pt x="191627" y="150518"/>
                  <a:pt x="195695" y="154586"/>
                  <a:pt x="195695" y="158654"/>
                </a:cubicBezTo>
                <a:cubicBezTo>
                  <a:pt x="195695" y="162722"/>
                  <a:pt x="191627" y="166790"/>
                  <a:pt x="187559" y="166790"/>
                </a:cubicBezTo>
                <a:moveTo>
                  <a:pt x="309602" y="56953"/>
                </a:moveTo>
                <a:cubicBezTo>
                  <a:pt x="238410" y="0"/>
                  <a:pt x="136709" y="0"/>
                  <a:pt x="65518" y="56953"/>
                </a:cubicBezTo>
                <a:moveTo>
                  <a:pt x="116369" y="103735"/>
                </a:moveTo>
                <a:cubicBezTo>
                  <a:pt x="157051" y="69156"/>
                  <a:pt x="218072" y="69156"/>
                  <a:pt x="258752" y="103735"/>
                </a:cubicBezTo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79587" y="3796030"/>
            <a:ext cx="383458" cy="383458"/>
          </a:xfrm>
          <a:custGeom>
            <a:avLst/>
            <a:gdLst/>
            <a:ahLst/>
            <a:cxnLst/>
            <a:rect l="0" t="0" r="0" b="0"/>
            <a:pathLst>
              <a:path w="383458" h="383458">
                <a:moveTo>
                  <a:pt x="133376" y="316769"/>
                </a:moveTo>
                <a:lnTo>
                  <a:pt x="250081" y="316769"/>
                </a:lnTo>
                <a:moveTo>
                  <a:pt x="191729" y="283425"/>
                </a:moveTo>
                <a:lnTo>
                  <a:pt x="191729" y="316769"/>
                </a:lnTo>
                <a:moveTo>
                  <a:pt x="50016" y="233409"/>
                </a:moveTo>
                <a:lnTo>
                  <a:pt x="250081" y="233409"/>
                </a:lnTo>
                <a:moveTo>
                  <a:pt x="16672" y="0"/>
                </a:moveTo>
                <a:lnTo>
                  <a:pt x="83360" y="0"/>
                </a:lnTo>
                <a:cubicBezTo>
                  <a:pt x="83360" y="0"/>
                  <a:pt x="100032" y="0"/>
                  <a:pt x="100032" y="16672"/>
                </a:cubicBezTo>
                <a:lnTo>
                  <a:pt x="100032" y="133376"/>
                </a:lnTo>
                <a:cubicBezTo>
                  <a:pt x="100032" y="133376"/>
                  <a:pt x="100032" y="150048"/>
                  <a:pt x="83360" y="150048"/>
                </a:cubicBezTo>
                <a:lnTo>
                  <a:pt x="16672" y="150048"/>
                </a:lnTo>
                <a:cubicBezTo>
                  <a:pt x="16672" y="150048"/>
                  <a:pt x="0" y="150048"/>
                  <a:pt x="0" y="133376"/>
                </a:cubicBezTo>
                <a:lnTo>
                  <a:pt x="0" y="16672"/>
                </a:lnTo>
                <a:cubicBezTo>
                  <a:pt x="0" y="16672"/>
                  <a:pt x="0" y="0"/>
                  <a:pt x="16672" y="0"/>
                </a:cubicBezTo>
                <a:moveTo>
                  <a:pt x="300097" y="233409"/>
                </a:moveTo>
                <a:lnTo>
                  <a:pt x="366785" y="233409"/>
                </a:lnTo>
                <a:cubicBezTo>
                  <a:pt x="366785" y="233409"/>
                  <a:pt x="383458" y="233409"/>
                  <a:pt x="383458" y="250081"/>
                </a:cubicBezTo>
                <a:lnTo>
                  <a:pt x="383458" y="366785"/>
                </a:lnTo>
                <a:cubicBezTo>
                  <a:pt x="383458" y="366785"/>
                  <a:pt x="383458" y="383458"/>
                  <a:pt x="366785" y="383458"/>
                </a:cubicBezTo>
                <a:lnTo>
                  <a:pt x="300097" y="383458"/>
                </a:lnTo>
                <a:cubicBezTo>
                  <a:pt x="300097" y="383458"/>
                  <a:pt x="283425" y="383458"/>
                  <a:pt x="283425" y="366785"/>
                </a:cubicBezTo>
                <a:lnTo>
                  <a:pt x="283425" y="250081"/>
                </a:lnTo>
                <a:cubicBezTo>
                  <a:pt x="283425" y="250081"/>
                  <a:pt x="283425" y="233409"/>
                  <a:pt x="300097" y="233409"/>
                </a:cubicBezTo>
                <a:moveTo>
                  <a:pt x="283425" y="350113"/>
                </a:moveTo>
                <a:lnTo>
                  <a:pt x="383458" y="350113"/>
                </a:lnTo>
                <a:moveTo>
                  <a:pt x="133376" y="83360"/>
                </a:moveTo>
                <a:lnTo>
                  <a:pt x="308433" y="83360"/>
                </a:lnTo>
                <a:cubicBezTo>
                  <a:pt x="322245" y="83360"/>
                  <a:pt x="333441" y="94556"/>
                  <a:pt x="333441" y="108368"/>
                </a:cubicBezTo>
                <a:lnTo>
                  <a:pt x="333441" y="200065"/>
                </a:lnTo>
                <a:moveTo>
                  <a:pt x="250081" y="283425"/>
                </a:moveTo>
                <a:lnTo>
                  <a:pt x="75024" y="283425"/>
                </a:lnTo>
                <a:cubicBezTo>
                  <a:pt x="61212" y="283425"/>
                  <a:pt x="50016" y="272229"/>
                  <a:pt x="50016" y="258417"/>
                </a:cubicBezTo>
                <a:lnTo>
                  <a:pt x="50016" y="183392"/>
                </a:lnTo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80043" y="3796030"/>
            <a:ext cx="383458" cy="383458"/>
          </a:xfrm>
          <a:custGeom>
            <a:avLst/>
            <a:gdLst/>
            <a:ahLst/>
            <a:cxnLst/>
            <a:rect l="0" t="0" r="0" b="0"/>
            <a:pathLst>
              <a:path w="383458" h="383458">
                <a:moveTo>
                  <a:pt x="316769" y="189111"/>
                </a:moveTo>
                <a:lnTo>
                  <a:pt x="261118" y="66688"/>
                </a:lnTo>
                <a:lnTo>
                  <a:pt x="205466" y="189111"/>
                </a:lnTo>
                <a:moveTo>
                  <a:pt x="304432" y="161986"/>
                </a:moveTo>
                <a:lnTo>
                  <a:pt x="217804" y="161986"/>
                </a:lnTo>
                <a:moveTo>
                  <a:pt x="220905" y="283425"/>
                </a:moveTo>
                <a:lnTo>
                  <a:pt x="350113" y="283425"/>
                </a:lnTo>
                <a:cubicBezTo>
                  <a:pt x="368529" y="283425"/>
                  <a:pt x="383458" y="268496"/>
                  <a:pt x="383458" y="250081"/>
                </a:cubicBezTo>
                <a:lnTo>
                  <a:pt x="383458" y="33344"/>
                </a:lnTo>
                <a:cubicBezTo>
                  <a:pt x="383458" y="14928"/>
                  <a:pt x="368529" y="0"/>
                  <a:pt x="350113" y="0"/>
                </a:cubicBezTo>
                <a:lnTo>
                  <a:pt x="50016" y="0"/>
                </a:lnTo>
                <a:cubicBezTo>
                  <a:pt x="31600" y="0"/>
                  <a:pt x="16672" y="14928"/>
                  <a:pt x="16672" y="33344"/>
                </a:cubicBezTo>
                <a:lnTo>
                  <a:pt x="16672" y="185893"/>
                </a:lnTo>
                <a:moveTo>
                  <a:pt x="183392" y="366785"/>
                </a:moveTo>
                <a:cubicBezTo>
                  <a:pt x="183392" y="375993"/>
                  <a:pt x="175928" y="383458"/>
                  <a:pt x="166720" y="383458"/>
                </a:cubicBezTo>
                <a:lnTo>
                  <a:pt x="16672" y="383458"/>
                </a:lnTo>
                <a:cubicBezTo>
                  <a:pt x="7464" y="383458"/>
                  <a:pt x="0" y="375993"/>
                  <a:pt x="0" y="366785"/>
                </a:cubicBezTo>
                <a:lnTo>
                  <a:pt x="0" y="308433"/>
                </a:lnTo>
                <a:cubicBezTo>
                  <a:pt x="0" y="257791"/>
                  <a:pt x="41053" y="216737"/>
                  <a:pt x="91696" y="216737"/>
                </a:cubicBezTo>
                <a:cubicBezTo>
                  <a:pt x="142339" y="216737"/>
                  <a:pt x="183392" y="257791"/>
                  <a:pt x="183392" y="308433"/>
                </a:cubicBezTo>
                <a:close/>
                <a:moveTo>
                  <a:pt x="0" y="333441"/>
                </a:moveTo>
                <a:lnTo>
                  <a:pt x="183392" y="333441"/>
                </a:lnTo>
                <a:moveTo>
                  <a:pt x="50016" y="287593"/>
                </a:moveTo>
                <a:cubicBezTo>
                  <a:pt x="50016" y="289895"/>
                  <a:pt x="51882" y="291761"/>
                  <a:pt x="54184" y="291761"/>
                </a:cubicBezTo>
                <a:cubicBezTo>
                  <a:pt x="56486" y="291761"/>
                  <a:pt x="58352" y="289895"/>
                  <a:pt x="58352" y="287593"/>
                </a:cubicBezTo>
                <a:cubicBezTo>
                  <a:pt x="58352" y="285291"/>
                  <a:pt x="56486" y="283425"/>
                  <a:pt x="54184" y="283425"/>
                </a:cubicBezTo>
                <a:cubicBezTo>
                  <a:pt x="51882" y="283425"/>
                  <a:pt x="50016" y="285291"/>
                  <a:pt x="50016" y="287593"/>
                </a:cubicBezTo>
                <a:moveTo>
                  <a:pt x="125040" y="287593"/>
                </a:moveTo>
                <a:cubicBezTo>
                  <a:pt x="125040" y="289895"/>
                  <a:pt x="126906" y="291761"/>
                  <a:pt x="129208" y="291761"/>
                </a:cubicBezTo>
                <a:cubicBezTo>
                  <a:pt x="131510" y="291761"/>
                  <a:pt x="133376" y="289895"/>
                  <a:pt x="133376" y="287593"/>
                </a:cubicBezTo>
                <a:cubicBezTo>
                  <a:pt x="133376" y="285291"/>
                  <a:pt x="131510" y="283425"/>
                  <a:pt x="129208" y="283425"/>
                </a:cubicBezTo>
                <a:cubicBezTo>
                  <a:pt x="126906" y="283425"/>
                  <a:pt x="125040" y="285291"/>
                  <a:pt x="125040" y="287593"/>
                </a:cubicBezTo>
                <a:moveTo>
                  <a:pt x="91696" y="183392"/>
                </a:moveTo>
                <a:lnTo>
                  <a:pt x="91696" y="216737"/>
                </a:lnTo>
                <a:moveTo>
                  <a:pt x="66688" y="158384"/>
                </a:moveTo>
                <a:cubicBezTo>
                  <a:pt x="66688" y="144573"/>
                  <a:pt x="77884" y="133376"/>
                  <a:pt x="91696" y="133376"/>
                </a:cubicBezTo>
                <a:cubicBezTo>
                  <a:pt x="105508" y="133376"/>
                  <a:pt x="116704" y="144573"/>
                  <a:pt x="116704" y="158384"/>
                </a:cubicBezTo>
                <a:cubicBezTo>
                  <a:pt x="116704" y="172196"/>
                  <a:pt x="105508" y="183392"/>
                  <a:pt x="91696" y="183392"/>
                </a:cubicBezTo>
                <a:cubicBezTo>
                  <a:pt x="77884" y="183392"/>
                  <a:pt x="66688" y="172196"/>
                  <a:pt x="66688" y="158384"/>
                </a:cubicBezTo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84666" y="3800198"/>
            <a:ext cx="376622" cy="375122"/>
          </a:xfrm>
          <a:custGeom>
            <a:avLst/>
            <a:gdLst/>
            <a:ahLst/>
            <a:cxnLst/>
            <a:rect l="0" t="0" r="0" b="0"/>
            <a:pathLst>
              <a:path w="376622" h="375122">
                <a:moveTo>
                  <a:pt x="171722" y="325105"/>
                </a:moveTo>
                <a:lnTo>
                  <a:pt x="125040" y="325105"/>
                </a:lnTo>
                <a:lnTo>
                  <a:pt x="138378" y="266753"/>
                </a:lnTo>
                <a:lnTo>
                  <a:pt x="171722" y="266753"/>
                </a:lnTo>
                <a:moveTo>
                  <a:pt x="88361" y="325105"/>
                </a:moveTo>
                <a:lnTo>
                  <a:pt x="125040" y="325105"/>
                </a:lnTo>
                <a:moveTo>
                  <a:pt x="0" y="208401"/>
                </a:moveTo>
                <a:lnTo>
                  <a:pt x="166720" y="208401"/>
                </a:lnTo>
                <a:moveTo>
                  <a:pt x="171722" y="266753"/>
                </a:moveTo>
                <a:lnTo>
                  <a:pt x="50016" y="266753"/>
                </a:lnTo>
                <a:cubicBezTo>
                  <a:pt x="21673" y="266753"/>
                  <a:pt x="0" y="245079"/>
                  <a:pt x="0" y="216737"/>
                </a:cubicBezTo>
                <a:lnTo>
                  <a:pt x="0" y="50016"/>
                </a:lnTo>
                <a:cubicBezTo>
                  <a:pt x="0" y="21673"/>
                  <a:pt x="21673" y="0"/>
                  <a:pt x="50016" y="0"/>
                </a:cubicBezTo>
                <a:lnTo>
                  <a:pt x="291761" y="0"/>
                </a:lnTo>
                <a:cubicBezTo>
                  <a:pt x="320104" y="0"/>
                  <a:pt x="341777" y="21673"/>
                  <a:pt x="341777" y="50016"/>
                </a:cubicBezTo>
                <a:moveTo>
                  <a:pt x="188394" y="71690"/>
                </a:moveTo>
                <a:cubicBezTo>
                  <a:pt x="178391" y="56685"/>
                  <a:pt x="163386" y="48349"/>
                  <a:pt x="145047" y="48349"/>
                </a:cubicBezTo>
                <a:cubicBezTo>
                  <a:pt x="115037" y="48349"/>
                  <a:pt x="91696" y="71690"/>
                  <a:pt x="91696" y="101700"/>
                </a:cubicBezTo>
                <a:cubicBezTo>
                  <a:pt x="91696" y="131710"/>
                  <a:pt x="115037" y="155050"/>
                  <a:pt x="145047" y="155050"/>
                </a:cubicBezTo>
                <a:lnTo>
                  <a:pt x="166720" y="155050"/>
                </a:lnTo>
                <a:moveTo>
                  <a:pt x="338276" y="375122"/>
                </a:moveTo>
                <a:lnTo>
                  <a:pt x="254916" y="375122"/>
                </a:lnTo>
                <a:cubicBezTo>
                  <a:pt x="234909" y="375122"/>
                  <a:pt x="218237" y="358449"/>
                  <a:pt x="218237" y="338443"/>
                </a:cubicBezTo>
                <a:lnTo>
                  <a:pt x="218237" y="146713"/>
                </a:lnTo>
                <a:cubicBezTo>
                  <a:pt x="218237" y="126707"/>
                  <a:pt x="234909" y="110035"/>
                  <a:pt x="254916" y="110035"/>
                </a:cubicBezTo>
                <a:lnTo>
                  <a:pt x="338276" y="110035"/>
                </a:lnTo>
                <a:cubicBezTo>
                  <a:pt x="358283" y="110035"/>
                  <a:pt x="374955" y="126707"/>
                  <a:pt x="374955" y="146713"/>
                </a:cubicBezTo>
                <a:lnTo>
                  <a:pt x="374955" y="338443"/>
                </a:lnTo>
                <a:cubicBezTo>
                  <a:pt x="376622" y="356782"/>
                  <a:pt x="359950" y="375122"/>
                  <a:pt x="338276" y="375122"/>
                </a:cubicBezTo>
                <a:close/>
                <a:moveTo>
                  <a:pt x="218237" y="256748"/>
                </a:moveTo>
                <a:lnTo>
                  <a:pt x="298263" y="256748"/>
                </a:lnTo>
                <a:cubicBezTo>
                  <a:pt x="318270" y="256748"/>
                  <a:pt x="333275" y="241743"/>
                  <a:pt x="333275" y="221737"/>
                </a:cubicBezTo>
                <a:cubicBezTo>
                  <a:pt x="333275" y="201730"/>
                  <a:pt x="318270" y="186727"/>
                  <a:pt x="298263" y="186727"/>
                </a:cubicBezTo>
                <a:cubicBezTo>
                  <a:pt x="288260" y="186727"/>
                  <a:pt x="278257" y="191729"/>
                  <a:pt x="271588" y="200065"/>
                </a:cubicBezTo>
                <a:cubicBezTo>
                  <a:pt x="268253" y="173389"/>
                  <a:pt x="246580" y="151715"/>
                  <a:pt x="218237" y="151715"/>
                </a:cubicBezTo>
                <a:moveTo>
                  <a:pt x="296654" y="340799"/>
                </a:moveTo>
                <a:cubicBezTo>
                  <a:pt x="305322" y="340799"/>
                  <a:pt x="312348" y="333773"/>
                  <a:pt x="312348" y="325105"/>
                </a:cubicBezTo>
                <a:cubicBezTo>
                  <a:pt x="312348" y="316439"/>
                  <a:pt x="305322" y="309412"/>
                  <a:pt x="296654" y="309412"/>
                </a:cubicBezTo>
                <a:cubicBezTo>
                  <a:pt x="287987" y="309412"/>
                  <a:pt x="280961" y="316439"/>
                  <a:pt x="280961" y="325105"/>
                </a:cubicBezTo>
                <a:cubicBezTo>
                  <a:pt x="280961" y="333773"/>
                  <a:pt x="287987" y="340799"/>
                  <a:pt x="296654" y="340799"/>
                </a:cubicBez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80952" y="3796030"/>
            <a:ext cx="383459" cy="383458"/>
          </a:xfrm>
          <a:custGeom>
            <a:avLst/>
            <a:gdLst/>
            <a:ahLst/>
            <a:cxnLst/>
            <a:rect l="0" t="0" r="0" b="0"/>
            <a:pathLst>
              <a:path w="383459" h="383458">
                <a:moveTo>
                  <a:pt x="383459" y="258417"/>
                </a:moveTo>
                <a:lnTo>
                  <a:pt x="383459" y="366785"/>
                </a:lnTo>
                <a:cubicBezTo>
                  <a:pt x="383459" y="375993"/>
                  <a:pt x="375995" y="383458"/>
                  <a:pt x="366787" y="383458"/>
                </a:cubicBezTo>
                <a:lnTo>
                  <a:pt x="200066" y="383458"/>
                </a:lnTo>
                <a:cubicBezTo>
                  <a:pt x="190858" y="383458"/>
                  <a:pt x="183394" y="375993"/>
                  <a:pt x="183394" y="366785"/>
                </a:cubicBezTo>
                <a:lnTo>
                  <a:pt x="183394" y="258417"/>
                </a:lnTo>
                <a:moveTo>
                  <a:pt x="383459" y="258417"/>
                </a:moveTo>
                <a:lnTo>
                  <a:pt x="383459" y="250081"/>
                </a:lnTo>
                <a:cubicBezTo>
                  <a:pt x="383459" y="240873"/>
                  <a:pt x="375995" y="233409"/>
                  <a:pt x="366787" y="233409"/>
                </a:cubicBezTo>
                <a:lnTo>
                  <a:pt x="200066" y="233409"/>
                </a:lnTo>
                <a:cubicBezTo>
                  <a:pt x="190858" y="233409"/>
                  <a:pt x="183394" y="240873"/>
                  <a:pt x="183394" y="250081"/>
                </a:cubicBezTo>
                <a:lnTo>
                  <a:pt x="183394" y="258417"/>
                </a:lnTo>
                <a:lnTo>
                  <a:pt x="270089" y="312651"/>
                </a:lnTo>
                <a:cubicBezTo>
                  <a:pt x="278198" y="317720"/>
                  <a:pt x="288488" y="317720"/>
                  <a:pt x="296598" y="312651"/>
                </a:cubicBezTo>
                <a:close/>
                <a:moveTo>
                  <a:pt x="133378" y="283425"/>
                </a:moveTo>
                <a:lnTo>
                  <a:pt x="1" y="283425"/>
                </a:lnTo>
                <a:cubicBezTo>
                  <a:pt x="0" y="240741"/>
                  <a:pt x="23300" y="201461"/>
                  <a:pt x="60760" y="180999"/>
                </a:cubicBezTo>
                <a:cubicBezTo>
                  <a:pt x="98220" y="160538"/>
                  <a:pt x="143862" y="162159"/>
                  <a:pt x="179776" y="185226"/>
                </a:cubicBezTo>
                <a:moveTo>
                  <a:pt x="186912" y="61269"/>
                </a:moveTo>
                <a:cubicBezTo>
                  <a:pt x="172201" y="67607"/>
                  <a:pt x="156349" y="70869"/>
                  <a:pt x="140330" y="70856"/>
                </a:cubicBezTo>
                <a:cubicBezTo>
                  <a:pt x="108388" y="70869"/>
                  <a:pt x="77816" y="57880"/>
                  <a:pt x="55653" y="34878"/>
                </a:cubicBezTo>
                <a:moveTo>
                  <a:pt x="45849" y="70856"/>
                </a:moveTo>
                <a:cubicBezTo>
                  <a:pt x="45849" y="109989"/>
                  <a:pt x="77573" y="141712"/>
                  <a:pt x="116706" y="141712"/>
                </a:cubicBezTo>
                <a:cubicBezTo>
                  <a:pt x="155839" y="141712"/>
                  <a:pt x="187562" y="109989"/>
                  <a:pt x="187562" y="70856"/>
                </a:cubicBezTo>
                <a:cubicBezTo>
                  <a:pt x="187562" y="31723"/>
                  <a:pt x="155839" y="0"/>
                  <a:pt x="116706" y="0"/>
                </a:cubicBezTo>
                <a:cubicBezTo>
                  <a:pt x="77573" y="0"/>
                  <a:pt x="45849" y="31723"/>
                  <a:pt x="45849" y="70856"/>
                </a:cubicBez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